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61" r:id="rId6"/>
    <p:sldId id="257" r:id="rId7"/>
    <p:sldId id="258" r:id="rId8"/>
    <p:sldId id="259" r:id="rId9"/>
    <p:sldId id="260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8EF67-5A4E-46AD-B595-041C005B568C}" v="26" dt="2025-12-15T03:08:24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Victor" userId="1b80be20-94ea-41fb-8e4d-6581a459a621" providerId="ADAL" clId="{F694D8E5-2337-4595-8719-724B8F2A8A3C}"/>
    <pc:docChg chg="undo custSel addSld modSld sldOrd addMainMaster delMainMaster">
      <pc:chgData name="Liu, Victor" userId="1b80be20-94ea-41fb-8e4d-6581a459a621" providerId="ADAL" clId="{F694D8E5-2337-4595-8719-724B8F2A8A3C}" dt="2025-12-15T13:10:28.930" v="2248"/>
      <pc:docMkLst>
        <pc:docMk/>
      </pc:docMkLst>
      <pc:sldChg chg="addSp delSp modSp mod setBg modClrScheme setClrOvrMap chgLayout">
        <pc:chgData name="Liu, Victor" userId="1b80be20-94ea-41fb-8e4d-6581a459a621" providerId="ADAL" clId="{F694D8E5-2337-4595-8719-724B8F2A8A3C}" dt="2025-12-15T01:15:03.007" v="173" actId="1076"/>
        <pc:sldMkLst>
          <pc:docMk/>
          <pc:sldMk cId="2669758585" sldId="256"/>
        </pc:sldMkLst>
        <pc:spChg chg="mod">
          <ac:chgData name="Liu, Victor" userId="1b80be20-94ea-41fb-8e4d-6581a459a621" providerId="ADAL" clId="{F694D8E5-2337-4595-8719-724B8F2A8A3C}" dt="2025-12-15T01:14:36.164" v="169" actId="26606"/>
          <ac:spMkLst>
            <pc:docMk/>
            <pc:sldMk cId="2669758585" sldId="256"/>
            <ac:spMk id="2" creationId="{8239E8C1-1F62-C18D-2EA8-70DFE601E78C}"/>
          </ac:spMkLst>
        </pc:spChg>
        <pc:spChg chg="mod">
          <ac:chgData name="Liu, Victor" userId="1b80be20-94ea-41fb-8e4d-6581a459a621" providerId="ADAL" clId="{F694D8E5-2337-4595-8719-724B8F2A8A3C}" dt="2025-12-15T01:15:03.007" v="173" actId="1076"/>
          <ac:spMkLst>
            <pc:docMk/>
            <pc:sldMk cId="2669758585" sldId="256"/>
            <ac:spMk id="3" creationId="{23E58CBA-2A4E-8060-04C2-7A3D4A37AB1F}"/>
          </ac:spMkLst>
        </pc:spChg>
        <pc:spChg chg="add del">
          <ac:chgData name="Liu, Victor" userId="1b80be20-94ea-41fb-8e4d-6581a459a621" providerId="ADAL" clId="{F694D8E5-2337-4595-8719-724B8F2A8A3C}" dt="2025-12-15T01:14:30.934" v="162" actId="26606"/>
          <ac:spMkLst>
            <pc:docMk/>
            <pc:sldMk cId="2669758585" sldId="256"/>
            <ac:spMk id="9" creationId="{70105F5E-5B61-4F51-927C-5B28DB7DD9BB}"/>
          </ac:spMkLst>
        </pc:spChg>
        <pc:spChg chg="add del">
          <ac:chgData name="Liu, Victor" userId="1b80be20-94ea-41fb-8e4d-6581a459a621" providerId="ADAL" clId="{F694D8E5-2337-4595-8719-724B8F2A8A3C}" dt="2025-12-15T01:14:30.934" v="162" actId="26606"/>
          <ac:spMkLst>
            <pc:docMk/>
            <pc:sldMk cId="2669758585" sldId="256"/>
            <ac:spMk id="11" creationId="{5882C1C4-D961-459C-91C5-334ABD6E63EA}"/>
          </ac:spMkLst>
        </pc:spChg>
        <pc:spChg chg="add del">
          <ac:chgData name="Liu, Victor" userId="1b80be20-94ea-41fb-8e4d-6581a459a621" providerId="ADAL" clId="{F694D8E5-2337-4595-8719-724B8F2A8A3C}" dt="2025-12-15T01:14:30.934" v="162" actId="26606"/>
          <ac:spMkLst>
            <pc:docMk/>
            <pc:sldMk cId="2669758585" sldId="256"/>
            <ac:spMk id="13" creationId="{A7B8B125-A98E-403C-9A7F-494FF789C26E}"/>
          </ac:spMkLst>
        </pc:spChg>
        <pc:spChg chg="add del">
          <ac:chgData name="Liu, Victor" userId="1b80be20-94ea-41fb-8e4d-6581a459a621" providerId="ADAL" clId="{F694D8E5-2337-4595-8719-724B8F2A8A3C}" dt="2025-12-15T01:14:31.608" v="164" actId="26606"/>
          <ac:spMkLst>
            <pc:docMk/>
            <pc:sldMk cId="2669758585" sldId="256"/>
            <ac:spMk id="17" creationId="{7AEC842D-C905-4DEA-B1C3-CA51995C572A}"/>
          </ac:spMkLst>
        </pc:spChg>
        <pc:spChg chg="add del">
          <ac:chgData name="Liu, Victor" userId="1b80be20-94ea-41fb-8e4d-6581a459a621" providerId="ADAL" clId="{F694D8E5-2337-4595-8719-724B8F2A8A3C}" dt="2025-12-15T01:14:31.608" v="164" actId="26606"/>
          <ac:spMkLst>
            <pc:docMk/>
            <pc:sldMk cId="2669758585" sldId="256"/>
            <ac:spMk id="18" creationId="{1DB043B4-68C6-45B9-82AC-A5800EADB8DB}"/>
          </ac:spMkLst>
        </pc:spChg>
        <pc:spChg chg="add del">
          <ac:chgData name="Liu, Victor" userId="1b80be20-94ea-41fb-8e4d-6581a459a621" providerId="ADAL" clId="{F694D8E5-2337-4595-8719-724B8F2A8A3C}" dt="2025-12-15T01:14:31.608" v="164" actId="26606"/>
          <ac:spMkLst>
            <pc:docMk/>
            <pc:sldMk cId="2669758585" sldId="256"/>
            <ac:spMk id="22" creationId="{41AC6C06-99FE-4BA1-BC82-8406A424CD67}"/>
          </ac:spMkLst>
        </pc:spChg>
        <pc:spChg chg="add del">
          <ac:chgData name="Liu, Victor" userId="1b80be20-94ea-41fb-8e4d-6581a459a621" providerId="ADAL" clId="{F694D8E5-2337-4595-8719-724B8F2A8A3C}" dt="2025-12-15T01:14:33.671" v="166" actId="26606"/>
          <ac:spMkLst>
            <pc:docMk/>
            <pc:sldMk cId="2669758585" sldId="256"/>
            <ac:spMk id="24" creationId="{5C8041AD-0A28-47FA-8BFF-56BAAA24647F}"/>
          </ac:spMkLst>
        </pc:spChg>
        <pc:spChg chg="add del">
          <ac:chgData name="Liu, Victor" userId="1b80be20-94ea-41fb-8e4d-6581a459a621" providerId="ADAL" clId="{F694D8E5-2337-4595-8719-724B8F2A8A3C}" dt="2025-12-15T01:14:33.671" v="166" actId="26606"/>
          <ac:spMkLst>
            <pc:docMk/>
            <pc:sldMk cId="2669758585" sldId="256"/>
            <ac:spMk id="25" creationId="{72EF3F9A-9717-4ACB-A30D-96694842C4F7}"/>
          </ac:spMkLst>
        </pc:spChg>
        <pc:spChg chg="add del">
          <ac:chgData name="Liu, Victor" userId="1b80be20-94ea-41fb-8e4d-6581a459a621" providerId="ADAL" clId="{F694D8E5-2337-4595-8719-724B8F2A8A3C}" dt="2025-12-15T01:14:36.137" v="168" actId="26606"/>
          <ac:spMkLst>
            <pc:docMk/>
            <pc:sldMk cId="2669758585" sldId="256"/>
            <ac:spMk id="28" creationId="{33E93247-6229-44AB-A550-739E971E690B}"/>
          </ac:spMkLst>
        </pc:spChg>
        <pc:spChg chg="add">
          <ac:chgData name="Liu, Victor" userId="1b80be20-94ea-41fb-8e4d-6581a459a621" providerId="ADAL" clId="{F694D8E5-2337-4595-8719-724B8F2A8A3C}" dt="2025-12-15T01:14:36.164" v="169" actId="26606"/>
          <ac:spMkLst>
            <pc:docMk/>
            <pc:sldMk cId="2669758585" sldId="256"/>
            <ac:spMk id="33" creationId="{19F9BF86-FE94-4517-B97D-026C7515E589}"/>
          </ac:spMkLst>
        </pc:spChg>
        <pc:spChg chg="add">
          <ac:chgData name="Liu, Victor" userId="1b80be20-94ea-41fb-8e4d-6581a459a621" providerId="ADAL" clId="{F694D8E5-2337-4595-8719-724B8F2A8A3C}" dt="2025-12-15T01:14:36.164" v="169" actId="26606"/>
          <ac:spMkLst>
            <pc:docMk/>
            <pc:sldMk cId="2669758585" sldId="256"/>
            <ac:spMk id="35" creationId="{72E284DE-AB43-1296-3166-892F44A3A2E9}"/>
          </ac:spMkLst>
        </pc:spChg>
        <pc:grpChg chg="add del">
          <ac:chgData name="Liu, Victor" userId="1b80be20-94ea-41fb-8e4d-6581a459a621" providerId="ADAL" clId="{F694D8E5-2337-4595-8719-724B8F2A8A3C}" dt="2025-12-15T01:14:31.608" v="164" actId="26606"/>
          <ac:grpSpMkLst>
            <pc:docMk/>
            <pc:sldMk cId="2669758585" sldId="256"/>
            <ac:grpSpMk id="19" creationId="{4592A8CB-0B0A-43A5-86F4-712B0C469671}"/>
          </ac:grpSpMkLst>
        </pc:grpChg>
        <pc:picChg chg="add del">
          <ac:chgData name="Liu, Victor" userId="1b80be20-94ea-41fb-8e4d-6581a459a621" providerId="ADAL" clId="{F694D8E5-2337-4595-8719-724B8F2A8A3C}" dt="2025-12-15T01:14:30.934" v="162" actId="26606"/>
          <ac:picMkLst>
            <pc:docMk/>
            <pc:sldMk cId="2669758585" sldId="256"/>
            <ac:picMk id="4" creationId="{EB766775-DD9D-6C23-3023-2F5ED944B8D7}"/>
          </ac:picMkLst>
        </pc:picChg>
        <pc:picChg chg="add del">
          <ac:chgData name="Liu, Victor" userId="1b80be20-94ea-41fb-8e4d-6581a459a621" providerId="ADAL" clId="{F694D8E5-2337-4595-8719-724B8F2A8A3C}" dt="2025-12-15T01:14:31.608" v="164" actId="26606"/>
          <ac:picMkLst>
            <pc:docMk/>
            <pc:sldMk cId="2669758585" sldId="256"/>
            <ac:picMk id="21" creationId="{35DA063D-E70D-798B-79CA-47DBAA27F0E2}"/>
          </ac:picMkLst>
        </pc:picChg>
        <pc:picChg chg="add del">
          <ac:chgData name="Liu, Victor" userId="1b80be20-94ea-41fb-8e4d-6581a459a621" providerId="ADAL" clId="{F694D8E5-2337-4595-8719-724B8F2A8A3C}" dt="2025-12-15T01:14:33.671" v="166" actId="26606"/>
          <ac:picMkLst>
            <pc:docMk/>
            <pc:sldMk cId="2669758585" sldId="256"/>
            <ac:picMk id="26" creationId="{2C42DE51-9E4F-9CB7-214B-D1D96EBBF6C7}"/>
          </ac:picMkLst>
        </pc:picChg>
        <pc:picChg chg="add del">
          <ac:chgData name="Liu, Victor" userId="1b80be20-94ea-41fb-8e4d-6581a459a621" providerId="ADAL" clId="{F694D8E5-2337-4595-8719-724B8F2A8A3C}" dt="2025-12-15T01:14:36.137" v="168" actId="26606"/>
          <ac:picMkLst>
            <pc:docMk/>
            <pc:sldMk cId="2669758585" sldId="256"/>
            <ac:picMk id="31" creationId="{F6361573-97A7-9CA8-4DDD-733BF598958C}"/>
          </ac:picMkLst>
        </pc:picChg>
        <pc:picChg chg="add">
          <ac:chgData name="Liu, Victor" userId="1b80be20-94ea-41fb-8e4d-6581a459a621" providerId="ADAL" clId="{F694D8E5-2337-4595-8719-724B8F2A8A3C}" dt="2025-12-15T01:14:36.164" v="169" actId="26606"/>
          <ac:picMkLst>
            <pc:docMk/>
            <pc:sldMk cId="2669758585" sldId="256"/>
            <ac:picMk id="34" creationId="{1E8C8FD0-926B-4118-EFFD-EE29448A1705}"/>
          </ac:picMkLst>
        </pc:picChg>
        <pc:cxnChg chg="add del">
          <ac:chgData name="Liu, Victor" userId="1b80be20-94ea-41fb-8e4d-6581a459a621" providerId="ADAL" clId="{F694D8E5-2337-4595-8719-724B8F2A8A3C}" dt="2025-12-15T01:14:30.934" v="162" actId="26606"/>
          <ac:cxnSpMkLst>
            <pc:docMk/>
            <pc:sldMk cId="2669758585" sldId="256"/>
            <ac:cxnSpMk id="15" creationId="{20B1C5DD-CB08-4407-9D12-CC2C42B047A7}"/>
          </ac:cxnSpMkLst>
        </pc:cxnChg>
        <pc:cxnChg chg="add del">
          <ac:chgData name="Liu, Victor" userId="1b80be20-94ea-41fb-8e4d-6581a459a621" providerId="ADAL" clId="{F694D8E5-2337-4595-8719-724B8F2A8A3C}" dt="2025-12-15T01:14:36.137" v="168" actId="26606"/>
          <ac:cxnSpMkLst>
            <pc:docMk/>
            <pc:sldMk cId="2669758585" sldId="256"/>
            <ac:cxnSpMk id="29" creationId="{EE2E603F-4A95-4FE8-BB06-211DFD75DBEF}"/>
          </ac:cxnSpMkLst>
        </pc:cxnChg>
        <pc:cxnChg chg="add del">
          <ac:chgData name="Liu, Victor" userId="1b80be20-94ea-41fb-8e4d-6581a459a621" providerId="ADAL" clId="{F694D8E5-2337-4595-8719-724B8F2A8A3C}" dt="2025-12-15T01:14:36.137" v="168" actId="26606"/>
          <ac:cxnSpMkLst>
            <pc:docMk/>
            <pc:sldMk cId="2669758585" sldId="256"/>
            <ac:cxnSpMk id="30" creationId="{D7CC41EB-2D81-4303-9171-6401B388BA35}"/>
          </ac:cxnSpMkLst>
        </pc:cxnChg>
        <pc:cxnChg chg="add">
          <ac:chgData name="Liu, Victor" userId="1b80be20-94ea-41fb-8e4d-6581a459a621" providerId="ADAL" clId="{F694D8E5-2337-4595-8719-724B8F2A8A3C}" dt="2025-12-15T01:14:36.164" v="169" actId="26606"/>
          <ac:cxnSpMkLst>
            <pc:docMk/>
            <pc:sldMk cId="2669758585" sldId="256"/>
            <ac:cxnSpMk id="36" creationId="{97CC2FE6-3AD0-4131-B4BC-1F4D65E25E13}"/>
          </ac:cxnSpMkLst>
        </pc:cxnChg>
      </pc:sldChg>
      <pc:sldChg chg="addSp delSp modSp new mod">
        <pc:chgData name="Liu, Victor" userId="1b80be20-94ea-41fb-8e4d-6581a459a621" providerId="ADAL" clId="{F694D8E5-2337-4595-8719-724B8F2A8A3C}" dt="2025-12-15T02:50:24.663" v="745" actId="1076"/>
        <pc:sldMkLst>
          <pc:docMk/>
          <pc:sldMk cId="1958344967" sldId="257"/>
        </pc:sldMkLst>
        <pc:spChg chg="mod">
          <ac:chgData name="Liu, Victor" userId="1b80be20-94ea-41fb-8e4d-6581a459a621" providerId="ADAL" clId="{F694D8E5-2337-4595-8719-724B8F2A8A3C}" dt="2025-12-15T02:46:58.385" v="464" actId="20577"/>
          <ac:spMkLst>
            <pc:docMk/>
            <pc:sldMk cId="1958344967" sldId="257"/>
            <ac:spMk id="2" creationId="{A758A688-072D-FEE2-36D0-F92723ED8E7E}"/>
          </ac:spMkLst>
        </pc:spChg>
        <pc:spChg chg="del">
          <ac:chgData name="Liu, Victor" userId="1b80be20-94ea-41fb-8e4d-6581a459a621" providerId="ADAL" clId="{F694D8E5-2337-4595-8719-724B8F2A8A3C}" dt="2025-12-15T02:47:28.619" v="465" actId="3680"/>
          <ac:spMkLst>
            <pc:docMk/>
            <pc:sldMk cId="1958344967" sldId="257"/>
            <ac:spMk id="3" creationId="{BCE4F3E7-4A20-2F5F-B4D6-A416DA1ED8BB}"/>
          </ac:spMkLst>
        </pc:spChg>
        <pc:spChg chg="add mod">
          <ac:chgData name="Liu, Victor" userId="1b80be20-94ea-41fb-8e4d-6581a459a621" providerId="ADAL" clId="{F694D8E5-2337-4595-8719-724B8F2A8A3C}" dt="2025-12-15T02:50:24.663" v="745" actId="1076"/>
          <ac:spMkLst>
            <pc:docMk/>
            <pc:sldMk cId="1958344967" sldId="257"/>
            <ac:spMk id="5" creationId="{32B1A33B-77AA-1D9D-B27F-42511BB8B0D5}"/>
          </ac:spMkLst>
        </pc:spChg>
        <pc:spChg chg="add mod">
          <ac:chgData name="Liu, Victor" userId="1b80be20-94ea-41fb-8e4d-6581a459a621" providerId="ADAL" clId="{F694D8E5-2337-4595-8719-724B8F2A8A3C}" dt="2025-12-15T02:50:22.644" v="742" actId="20577"/>
          <ac:spMkLst>
            <pc:docMk/>
            <pc:sldMk cId="1958344967" sldId="257"/>
            <ac:spMk id="6" creationId="{4C8400A9-E901-CF9E-6621-3486790C20D7}"/>
          </ac:spMkLst>
        </pc:spChg>
        <pc:graphicFrameChg chg="add mod ord modGraphic">
          <ac:chgData name="Liu, Victor" userId="1b80be20-94ea-41fb-8e4d-6581a459a621" providerId="ADAL" clId="{F694D8E5-2337-4595-8719-724B8F2A8A3C}" dt="2025-12-15T02:50:24.172" v="744" actId="14734"/>
          <ac:graphicFrameMkLst>
            <pc:docMk/>
            <pc:sldMk cId="1958344967" sldId="257"/>
            <ac:graphicFrameMk id="4" creationId="{EE861F8C-009A-1F48-1F09-2FB89B9C7875}"/>
          </ac:graphicFrameMkLst>
        </pc:graphicFrameChg>
      </pc:sldChg>
      <pc:sldChg chg="addSp modSp new mod setBg">
        <pc:chgData name="Liu, Victor" userId="1b80be20-94ea-41fb-8e4d-6581a459a621" providerId="ADAL" clId="{F694D8E5-2337-4595-8719-724B8F2A8A3C}" dt="2025-12-15T03:06:40.803" v="1670" actId="26606"/>
        <pc:sldMkLst>
          <pc:docMk/>
          <pc:sldMk cId="1692134699" sldId="258"/>
        </pc:sldMkLst>
        <pc:spChg chg="mod">
          <ac:chgData name="Liu, Victor" userId="1b80be20-94ea-41fb-8e4d-6581a459a621" providerId="ADAL" clId="{F694D8E5-2337-4595-8719-724B8F2A8A3C}" dt="2025-12-15T03:06:40.803" v="1670" actId="26606"/>
          <ac:spMkLst>
            <pc:docMk/>
            <pc:sldMk cId="1692134699" sldId="258"/>
            <ac:spMk id="2" creationId="{F50B12F5-E1DA-5BFE-4A56-7A4A20250AB2}"/>
          </ac:spMkLst>
        </pc:spChg>
        <pc:spChg chg="mod ord">
          <ac:chgData name="Liu, Victor" userId="1b80be20-94ea-41fb-8e4d-6581a459a621" providerId="ADAL" clId="{F694D8E5-2337-4595-8719-724B8F2A8A3C}" dt="2025-12-15T03:06:40.803" v="1670" actId="26606"/>
          <ac:spMkLst>
            <pc:docMk/>
            <pc:sldMk cId="1692134699" sldId="258"/>
            <ac:spMk id="3" creationId="{B22BBE3B-6DE0-245F-4216-C983DCC70D62}"/>
          </ac:spMkLst>
        </pc:spChg>
        <pc:spChg chg="add">
          <ac:chgData name="Liu, Victor" userId="1b80be20-94ea-41fb-8e4d-6581a459a621" providerId="ADAL" clId="{F694D8E5-2337-4595-8719-724B8F2A8A3C}" dt="2025-12-15T03:06:40.803" v="1670" actId="26606"/>
          <ac:spMkLst>
            <pc:docMk/>
            <pc:sldMk cId="1692134699" sldId="258"/>
            <ac:spMk id="9" creationId="{DBDA151C-5770-45E4-AAFF-59E7F403866D}"/>
          </ac:spMkLst>
        </pc:spChg>
        <pc:picChg chg="add mod">
          <ac:chgData name="Liu, Victor" userId="1b80be20-94ea-41fb-8e4d-6581a459a621" providerId="ADAL" clId="{F694D8E5-2337-4595-8719-724B8F2A8A3C}" dt="2025-12-15T03:06:40.803" v="1670" actId="26606"/>
          <ac:picMkLst>
            <pc:docMk/>
            <pc:sldMk cId="1692134699" sldId="258"/>
            <ac:picMk id="4" creationId="{2C96B0A5-DD1E-6CE4-F9EB-61975BE67167}"/>
          </ac:picMkLst>
        </pc:picChg>
        <pc:cxnChg chg="add">
          <ac:chgData name="Liu, Victor" userId="1b80be20-94ea-41fb-8e4d-6581a459a621" providerId="ADAL" clId="{F694D8E5-2337-4595-8719-724B8F2A8A3C}" dt="2025-12-15T03:06:40.803" v="1670" actId="26606"/>
          <ac:cxnSpMkLst>
            <pc:docMk/>
            <pc:sldMk cId="1692134699" sldId="258"/>
            <ac:cxnSpMk id="11" creationId="{2EA0F4A6-3CC9-C9E2-BA02-58FA29F7DD8E}"/>
          </ac:cxnSpMkLst>
        </pc:cxnChg>
      </pc:sldChg>
      <pc:sldChg chg="addSp delSp modSp new mod setBg">
        <pc:chgData name="Liu, Victor" userId="1b80be20-94ea-41fb-8e4d-6581a459a621" providerId="ADAL" clId="{F694D8E5-2337-4595-8719-724B8F2A8A3C}" dt="2025-12-15T03:13:15.581" v="2244" actId="26606"/>
        <pc:sldMkLst>
          <pc:docMk/>
          <pc:sldMk cId="1441309182" sldId="259"/>
        </pc:sldMkLst>
        <pc:spChg chg="mod">
          <ac:chgData name="Liu, Victor" userId="1b80be20-94ea-41fb-8e4d-6581a459a621" providerId="ADAL" clId="{F694D8E5-2337-4595-8719-724B8F2A8A3C}" dt="2025-12-15T03:13:15.581" v="2244" actId="26606"/>
          <ac:spMkLst>
            <pc:docMk/>
            <pc:sldMk cId="1441309182" sldId="259"/>
            <ac:spMk id="2" creationId="{BF0EC82C-90B4-67FA-BD72-0AA6066572F8}"/>
          </ac:spMkLst>
        </pc:spChg>
        <pc:spChg chg="del mod">
          <ac:chgData name="Liu, Victor" userId="1b80be20-94ea-41fb-8e4d-6581a459a621" providerId="ADAL" clId="{F694D8E5-2337-4595-8719-724B8F2A8A3C}" dt="2025-12-15T03:03:27.785" v="1191" actId="3680"/>
          <ac:spMkLst>
            <pc:docMk/>
            <pc:sldMk cId="1441309182" sldId="259"/>
            <ac:spMk id="3" creationId="{7410E45A-F922-DC4B-5AB7-D9E1C6161D82}"/>
          </ac:spMkLst>
        </pc:spChg>
        <pc:spChg chg="add del">
          <ac:chgData name="Liu, Victor" userId="1b80be20-94ea-41fb-8e4d-6581a459a621" providerId="ADAL" clId="{F694D8E5-2337-4595-8719-724B8F2A8A3C}" dt="2025-12-15T03:12:48.721" v="2229" actId="26606"/>
          <ac:spMkLst>
            <pc:docMk/>
            <pc:sldMk cId="1441309182" sldId="259"/>
            <ac:spMk id="9" creationId="{DBDA151C-5770-45E4-AAFF-59E7F403866D}"/>
          </ac:spMkLst>
        </pc:spChg>
        <pc:spChg chg="add del">
          <ac:chgData name="Liu, Victor" userId="1b80be20-94ea-41fb-8e4d-6581a459a621" providerId="ADAL" clId="{F694D8E5-2337-4595-8719-724B8F2A8A3C}" dt="2025-12-15T03:12:51.197" v="2231" actId="26606"/>
          <ac:spMkLst>
            <pc:docMk/>
            <pc:sldMk cId="1441309182" sldId="259"/>
            <ac:spMk id="15" creationId="{19F9BF86-FE94-4517-B97D-026C7515E589}"/>
          </ac:spMkLst>
        </pc:spChg>
        <pc:spChg chg="add del">
          <ac:chgData name="Liu, Victor" userId="1b80be20-94ea-41fb-8e4d-6581a459a621" providerId="ADAL" clId="{F694D8E5-2337-4595-8719-724B8F2A8A3C}" dt="2025-12-15T03:12:55.842" v="2233" actId="26606"/>
          <ac:spMkLst>
            <pc:docMk/>
            <pc:sldMk cId="1441309182" sldId="259"/>
            <ac:spMk id="17" creationId="{DBDA151C-5770-45E4-AAFF-59E7F403866D}"/>
          </ac:spMkLst>
        </pc:spChg>
        <pc:spChg chg="add del">
          <ac:chgData name="Liu, Victor" userId="1b80be20-94ea-41fb-8e4d-6581a459a621" providerId="ADAL" clId="{F694D8E5-2337-4595-8719-724B8F2A8A3C}" dt="2025-12-15T03:13:01.546" v="2235" actId="26606"/>
          <ac:spMkLst>
            <pc:docMk/>
            <pc:sldMk cId="1441309182" sldId="259"/>
            <ac:spMk id="20" creationId="{DBDA151C-5770-45E4-AAFF-59E7F403866D}"/>
          </ac:spMkLst>
        </pc:spChg>
        <pc:spChg chg="add del">
          <ac:chgData name="Liu, Victor" userId="1b80be20-94ea-41fb-8e4d-6581a459a621" providerId="ADAL" clId="{F694D8E5-2337-4595-8719-724B8F2A8A3C}" dt="2025-12-15T03:13:03.203" v="2237" actId="26606"/>
          <ac:spMkLst>
            <pc:docMk/>
            <pc:sldMk cId="1441309182" sldId="259"/>
            <ac:spMk id="23" creationId="{063F27BC-7079-4FF7-8F7C-ABC82FA3C247}"/>
          </ac:spMkLst>
        </pc:spChg>
        <pc:spChg chg="add del">
          <ac:chgData name="Liu, Victor" userId="1b80be20-94ea-41fb-8e4d-6581a459a621" providerId="ADAL" clId="{F694D8E5-2337-4595-8719-724B8F2A8A3C}" dt="2025-12-15T03:13:05.792" v="2239" actId="26606"/>
          <ac:spMkLst>
            <pc:docMk/>
            <pc:sldMk cId="1441309182" sldId="259"/>
            <ac:spMk id="26" creationId="{DBDA151C-5770-45E4-AAFF-59E7F403866D}"/>
          </ac:spMkLst>
        </pc:spChg>
        <pc:spChg chg="add del">
          <ac:chgData name="Liu, Victor" userId="1b80be20-94ea-41fb-8e4d-6581a459a621" providerId="ADAL" clId="{F694D8E5-2337-4595-8719-724B8F2A8A3C}" dt="2025-12-15T03:13:14.218" v="2241" actId="26606"/>
          <ac:spMkLst>
            <pc:docMk/>
            <pc:sldMk cId="1441309182" sldId="259"/>
            <ac:spMk id="29" creationId="{A637580D-1176-4083-A9A1-BD8ED08996EC}"/>
          </ac:spMkLst>
        </pc:spChg>
        <pc:spChg chg="add del">
          <ac:chgData name="Liu, Victor" userId="1b80be20-94ea-41fb-8e4d-6581a459a621" providerId="ADAL" clId="{F694D8E5-2337-4595-8719-724B8F2A8A3C}" dt="2025-12-15T03:13:15.569" v="2243" actId="26606"/>
          <ac:spMkLst>
            <pc:docMk/>
            <pc:sldMk cId="1441309182" sldId="259"/>
            <ac:spMk id="33" creationId="{19F9BF86-FE94-4517-B97D-026C7515E589}"/>
          </ac:spMkLst>
        </pc:spChg>
        <pc:spChg chg="add">
          <ac:chgData name="Liu, Victor" userId="1b80be20-94ea-41fb-8e4d-6581a459a621" providerId="ADAL" clId="{F694D8E5-2337-4595-8719-724B8F2A8A3C}" dt="2025-12-15T03:13:15.581" v="2244" actId="26606"/>
          <ac:spMkLst>
            <pc:docMk/>
            <pc:sldMk cId="1441309182" sldId="259"/>
            <ac:spMk id="36" creationId="{21C69525-1BE4-4BA0-A23C-3BB6C162EFB9}"/>
          </ac:spMkLst>
        </pc:spChg>
        <pc:graphicFrameChg chg="add mod ord modGraphic">
          <ac:chgData name="Liu, Victor" userId="1b80be20-94ea-41fb-8e4d-6581a459a621" providerId="ADAL" clId="{F694D8E5-2337-4595-8719-724B8F2A8A3C}" dt="2025-12-15T03:13:15.581" v="2244" actId="26606"/>
          <ac:graphicFrameMkLst>
            <pc:docMk/>
            <pc:sldMk cId="1441309182" sldId="259"/>
            <ac:graphicFrameMk id="4" creationId="{C8F37106-D30C-DC3B-ADF9-8192DB86E2A8}"/>
          </ac:graphicFrameMkLst>
        </pc:graphicFrameChg>
        <pc:cxnChg chg="add del">
          <ac:chgData name="Liu, Victor" userId="1b80be20-94ea-41fb-8e4d-6581a459a621" providerId="ADAL" clId="{F694D8E5-2337-4595-8719-724B8F2A8A3C}" dt="2025-12-15T03:12:48.721" v="2229" actId="26606"/>
          <ac:cxnSpMkLst>
            <pc:docMk/>
            <pc:sldMk cId="1441309182" sldId="259"/>
            <ac:cxnSpMk id="11" creationId="{05ADA91C-AD52-A530-A898-AD6E69874598}"/>
          </ac:cxnSpMkLst>
        </pc:cxnChg>
        <pc:cxnChg chg="add del">
          <ac:chgData name="Liu, Victor" userId="1b80be20-94ea-41fb-8e4d-6581a459a621" providerId="ADAL" clId="{F694D8E5-2337-4595-8719-724B8F2A8A3C}" dt="2025-12-15T03:12:51.197" v="2231" actId="26606"/>
          <ac:cxnSpMkLst>
            <pc:docMk/>
            <pc:sldMk cId="1441309182" sldId="259"/>
            <ac:cxnSpMk id="13" creationId="{59D7B6BE-A4E0-4483-BEC5-493AC3E5D2AD}"/>
          </ac:cxnSpMkLst>
        </pc:cxnChg>
        <pc:cxnChg chg="add del">
          <ac:chgData name="Liu, Victor" userId="1b80be20-94ea-41fb-8e4d-6581a459a621" providerId="ADAL" clId="{F694D8E5-2337-4595-8719-724B8F2A8A3C}" dt="2025-12-15T03:12:51.197" v="2231" actId="26606"/>
          <ac:cxnSpMkLst>
            <pc:docMk/>
            <pc:sldMk cId="1441309182" sldId="259"/>
            <ac:cxnSpMk id="14" creationId="{118E06E4-607B-144B-382B-AD3D06B1EE8C}"/>
          </ac:cxnSpMkLst>
        </pc:cxnChg>
        <pc:cxnChg chg="add del">
          <ac:chgData name="Liu, Victor" userId="1b80be20-94ea-41fb-8e4d-6581a459a621" providerId="ADAL" clId="{F694D8E5-2337-4595-8719-724B8F2A8A3C}" dt="2025-12-15T03:12:55.842" v="2233" actId="26606"/>
          <ac:cxnSpMkLst>
            <pc:docMk/>
            <pc:sldMk cId="1441309182" sldId="259"/>
            <ac:cxnSpMk id="18" creationId="{05ADA91C-AD52-A530-A898-AD6E69874598}"/>
          </ac:cxnSpMkLst>
        </pc:cxnChg>
        <pc:cxnChg chg="add del">
          <ac:chgData name="Liu, Victor" userId="1b80be20-94ea-41fb-8e4d-6581a459a621" providerId="ADAL" clId="{F694D8E5-2337-4595-8719-724B8F2A8A3C}" dt="2025-12-15T03:13:01.546" v="2235" actId="26606"/>
          <ac:cxnSpMkLst>
            <pc:docMk/>
            <pc:sldMk cId="1441309182" sldId="259"/>
            <ac:cxnSpMk id="21" creationId="{E62D3963-2153-4637-96E6-E31BD2CE5D0D}"/>
          </ac:cxnSpMkLst>
        </pc:cxnChg>
        <pc:cxnChg chg="add del">
          <ac:chgData name="Liu, Victor" userId="1b80be20-94ea-41fb-8e4d-6581a459a621" providerId="ADAL" clId="{F694D8E5-2337-4595-8719-724B8F2A8A3C}" dt="2025-12-15T03:13:03.203" v="2237" actId="26606"/>
          <ac:cxnSpMkLst>
            <pc:docMk/>
            <pc:sldMk cId="1441309182" sldId="259"/>
            <ac:cxnSpMk id="24" creationId="{40BBF191-9CC8-4313-B1CA-8DF1A53AE4F9}"/>
          </ac:cxnSpMkLst>
        </pc:cxnChg>
        <pc:cxnChg chg="add del">
          <ac:chgData name="Liu, Victor" userId="1b80be20-94ea-41fb-8e4d-6581a459a621" providerId="ADAL" clId="{F694D8E5-2337-4595-8719-724B8F2A8A3C}" dt="2025-12-15T03:13:05.792" v="2239" actId="26606"/>
          <ac:cxnSpMkLst>
            <pc:docMk/>
            <pc:sldMk cId="1441309182" sldId="259"/>
            <ac:cxnSpMk id="27" creationId="{E62D3963-2153-4637-96E6-E31BD2CE5D0D}"/>
          </ac:cxnSpMkLst>
        </pc:cxnChg>
        <pc:cxnChg chg="add del">
          <ac:chgData name="Liu, Victor" userId="1b80be20-94ea-41fb-8e4d-6581a459a621" providerId="ADAL" clId="{F694D8E5-2337-4595-8719-724B8F2A8A3C}" dt="2025-12-15T03:13:14.218" v="2241" actId="26606"/>
          <ac:cxnSpMkLst>
            <pc:docMk/>
            <pc:sldMk cId="1441309182" sldId="259"/>
            <ac:cxnSpMk id="30" creationId="{B9C96FDC-E4C2-7D8A-44BA-572E7CD9E899}"/>
          </ac:cxnSpMkLst>
        </pc:cxnChg>
        <pc:cxnChg chg="add del">
          <ac:chgData name="Liu, Victor" userId="1b80be20-94ea-41fb-8e4d-6581a459a621" providerId="ADAL" clId="{F694D8E5-2337-4595-8719-724B8F2A8A3C}" dt="2025-12-15T03:13:15.569" v="2243" actId="26606"/>
          <ac:cxnSpMkLst>
            <pc:docMk/>
            <pc:sldMk cId="1441309182" sldId="259"/>
            <ac:cxnSpMk id="32" creationId="{118E06E4-607B-144B-382B-AD3D06B1EE8C}"/>
          </ac:cxnSpMkLst>
        </pc:cxnChg>
        <pc:cxnChg chg="add del">
          <ac:chgData name="Liu, Victor" userId="1b80be20-94ea-41fb-8e4d-6581a459a621" providerId="ADAL" clId="{F694D8E5-2337-4595-8719-724B8F2A8A3C}" dt="2025-12-15T03:13:15.569" v="2243" actId="26606"/>
          <ac:cxnSpMkLst>
            <pc:docMk/>
            <pc:sldMk cId="1441309182" sldId="259"/>
            <ac:cxnSpMk id="34" creationId="{426B4E86-32C4-273A-1ADF-6B44243549D7}"/>
          </ac:cxnSpMkLst>
        </pc:cxnChg>
        <pc:cxnChg chg="add">
          <ac:chgData name="Liu, Victor" userId="1b80be20-94ea-41fb-8e4d-6581a459a621" providerId="ADAL" clId="{F694D8E5-2337-4595-8719-724B8F2A8A3C}" dt="2025-12-15T03:13:15.581" v="2244" actId="26606"/>
          <ac:cxnSpMkLst>
            <pc:docMk/>
            <pc:sldMk cId="1441309182" sldId="259"/>
            <ac:cxnSpMk id="37" creationId="{B68AF875-C18B-4B48-AE4C-A63FD3CEFB11}"/>
          </ac:cxnSpMkLst>
        </pc:cxnChg>
      </pc:sldChg>
      <pc:sldChg chg="addSp delSp modSp new mod setBg modClrScheme chgLayout">
        <pc:chgData name="Liu, Victor" userId="1b80be20-94ea-41fb-8e4d-6581a459a621" providerId="ADAL" clId="{F694D8E5-2337-4595-8719-724B8F2A8A3C}" dt="2025-12-15T03:08:29.655" v="1721" actId="14100"/>
        <pc:sldMkLst>
          <pc:docMk/>
          <pc:sldMk cId="1861024256" sldId="260"/>
        </pc:sldMkLst>
        <pc:spChg chg="mod ord">
          <ac:chgData name="Liu, Victor" userId="1b80be20-94ea-41fb-8e4d-6581a459a621" providerId="ADAL" clId="{F694D8E5-2337-4595-8719-724B8F2A8A3C}" dt="2025-12-15T03:08:19.451" v="1717" actId="26606"/>
          <ac:spMkLst>
            <pc:docMk/>
            <pc:sldMk cId="1861024256" sldId="260"/>
            <ac:spMk id="2" creationId="{80D7F4B0-2EB1-334A-566D-0B19FA555715}"/>
          </ac:spMkLst>
        </pc:spChg>
        <pc:spChg chg="del">
          <ac:chgData name="Liu, Victor" userId="1b80be20-94ea-41fb-8e4d-6581a459a621" providerId="ADAL" clId="{F694D8E5-2337-4595-8719-724B8F2A8A3C}" dt="2025-12-15T03:07:12.049" v="1693"/>
          <ac:spMkLst>
            <pc:docMk/>
            <pc:sldMk cId="1861024256" sldId="260"/>
            <ac:spMk id="3" creationId="{A68264E0-FD6E-4123-E2C0-77354BFA8FEC}"/>
          </ac:spMkLst>
        </pc:spChg>
        <pc:spChg chg="add mod">
          <ac:chgData name="Liu, Victor" userId="1b80be20-94ea-41fb-8e4d-6581a459a621" providerId="ADAL" clId="{F694D8E5-2337-4595-8719-724B8F2A8A3C}" dt="2025-12-15T03:07:45.740" v="1702" actId="478"/>
          <ac:spMkLst>
            <pc:docMk/>
            <pc:sldMk cId="1861024256" sldId="260"/>
            <ac:spMk id="4" creationId="{346B7BAF-3645-F3BD-17AD-DF7F980A3C7D}"/>
          </ac:spMkLst>
        </pc:spChg>
        <pc:spChg chg="add">
          <ac:chgData name="Liu, Victor" userId="1b80be20-94ea-41fb-8e4d-6581a459a621" providerId="ADAL" clId="{F694D8E5-2337-4595-8719-724B8F2A8A3C}" dt="2025-12-15T03:08:19.451" v="1717" actId="26606"/>
          <ac:spMkLst>
            <pc:docMk/>
            <pc:sldMk cId="1861024256" sldId="260"/>
            <ac:spMk id="1029" creationId="{19F9BF86-FE94-4517-B97D-026C7515E589}"/>
          </ac:spMkLst>
        </pc:spChg>
        <pc:spChg chg="add del">
          <ac:chgData name="Liu, Victor" userId="1b80be20-94ea-41fb-8e4d-6581a459a621" providerId="ADAL" clId="{F694D8E5-2337-4595-8719-724B8F2A8A3C}" dt="2025-12-15T03:07:50.481" v="1710" actId="26606"/>
          <ac:spMkLst>
            <pc:docMk/>
            <pc:sldMk cId="1861024256" sldId="260"/>
            <ac:spMk id="1035" creationId="{19F9BF86-FE94-4517-B97D-026C7515E589}"/>
          </ac:spMkLst>
        </pc:spChg>
        <pc:spChg chg="add del">
          <ac:chgData name="Liu, Victor" userId="1b80be20-94ea-41fb-8e4d-6581a459a621" providerId="ADAL" clId="{F694D8E5-2337-4595-8719-724B8F2A8A3C}" dt="2025-12-15T03:07:49.022" v="1705" actId="26606"/>
          <ac:spMkLst>
            <pc:docMk/>
            <pc:sldMk cId="1861024256" sldId="260"/>
            <ac:spMk id="1044" creationId="{19F9BF86-FE94-4517-B97D-026C7515E589}"/>
          </ac:spMkLst>
        </pc:spChg>
        <pc:picChg chg="add mod">
          <ac:chgData name="Liu, Victor" userId="1b80be20-94ea-41fb-8e4d-6581a459a621" providerId="ADAL" clId="{F694D8E5-2337-4595-8719-724B8F2A8A3C}" dt="2025-12-15T03:08:29.655" v="1721" actId="14100"/>
          <ac:picMkLst>
            <pc:docMk/>
            <pc:sldMk cId="1861024256" sldId="260"/>
            <ac:picMk id="5" creationId="{BC477425-5C53-98CC-EF02-B92E4357059F}"/>
          </ac:picMkLst>
        </pc:picChg>
        <pc:picChg chg="add del mod ord">
          <ac:chgData name="Liu, Victor" userId="1b80be20-94ea-41fb-8e4d-6581a459a621" providerId="ADAL" clId="{F694D8E5-2337-4595-8719-724B8F2A8A3C}" dt="2025-12-15T03:08:24.932" v="1719" actId="14100"/>
          <ac:picMkLst>
            <pc:docMk/>
            <pc:sldMk cId="1861024256" sldId="260"/>
            <ac:picMk id="1026" creationId="{2CFE9683-9948-1D9A-7A09-F541993A4CDE}"/>
          </ac:picMkLst>
        </pc:picChg>
        <pc:picChg chg="add del mod">
          <ac:chgData name="Liu, Victor" userId="1b80be20-94ea-41fb-8e4d-6581a459a621" providerId="ADAL" clId="{F694D8E5-2337-4595-8719-724B8F2A8A3C}" dt="2025-12-15T03:07:50.481" v="1710" actId="26606"/>
          <ac:picMkLst>
            <pc:docMk/>
            <pc:sldMk cId="1861024256" sldId="260"/>
            <ac:picMk id="1028" creationId="{ED76963C-ADF8-1B05-FD5C-07D58931B530}"/>
          </ac:picMkLst>
        </pc:picChg>
        <pc:cxnChg chg="add">
          <ac:chgData name="Liu, Victor" userId="1b80be20-94ea-41fb-8e4d-6581a459a621" providerId="ADAL" clId="{F694D8E5-2337-4595-8719-724B8F2A8A3C}" dt="2025-12-15T03:08:19.451" v="1717" actId="26606"/>
          <ac:cxnSpMkLst>
            <pc:docMk/>
            <pc:sldMk cId="1861024256" sldId="260"/>
            <ac:cxnSpMk id="1031" creationId="{118E06E4-607B-144B-382B-AD3D06B1EE8C}"/>
          </ac:cxnSpMkLst>
        </pc:cxnChg>
        <pc:cxnChg chg="add del">
          <ac:chgData name="Liu, Victor" userId="1b80be20-94ea-41fb-8e4d-6581a459a621" providerId="ADAL" clId="{F694D8E5-2337-4595-8719-724B8F2A8A3C}" dt="2025-12-15T03:07:50.481" v="1710" actId="26606"/>
          <ac:cxnSpMkLst>
            <pc:docMk/>
            <pc:sldMk cId="1861024256" sldId="260"/>
            <ac:cxnSpMk id="1033" creationId="{118E06E4-607B-144B-382B-AD3D06B1EE8C}"/>
          </ac:cxnSpMkLst>
        </pc:cxnChg>
        <pc:cxnChg chg="add del">
          <ac:chgData name="Liu, Victor" userId="1b80be20-94ea-41fb-8e4d-6581a459a621" providerId="ADAL" clId="{F694D8E5-2337-4595-8719-724B8F2A8A3C}" dt="2025-12-15T03:07:50.481" v="1710" actId="26606"/>
          <ac:cxnSpMkLst>
            <pc:docMk/>
            <pc:sldMk cId="1861024256" sldId="260"/>
            <ac:cxnSpMk id="1037" creationId="{6CE0D2A5-C167-FB61-F32A-674B344F2D1F}"/>
          </ac:cxnSpMkLst>
        </pc:cxnChg>
        <pc:cxnChg chg="add del">
          <ac:chgData name="Liu, Victor" userId="1b80be20-94ea-41fb-8e4d-6581a459a621" providerId="ADAL" clId="{F694D8E5-2337-4595-8719-724B8F2A8A3C}" dt="2025-12-15T03:07:49.022" v="1705" actId="26606"/>
          <ac:cxnSpMkLst>
            <pc:docMk/>
            <pc:sldMk cId="1861024256" sldId="260"/>
            <ac:cxnSpMk id="1042" creationId="{118E06E4-607B-144B-382B-AD3D06B1EE8C}"/>
          </ac:cxnSpMkLst>
        </pc:cxnChg>
        <pc:cxnChg chg="add del">
          <ac:chgData name="Liu, Victor" userId="1b80be20-94ea-41fb-8e4d-6581a459a621" providerId="ADAL" clId="{F694D8E5-2337-4595-8719-724B8F2A8A3C}" dt="2025-12-15T03:07:49.022" v="1705" actId="26606"/>
          <ac:cxnSpMkLst>
            <pc:docMk/>
            <pc:sldMk cId="1861024256" sldId="260"/>
            <ac:cxnSpMk id="1046" creationId="{CD1CFED2-A4D8-4FDC-008D-F9F0BA03F48A}"/>
          </ac:cxnSpMkLst>
        </pc:cxnChg>
      </pc:sldChg>
      <pc:sldChg chg="modSp new mod ord">
        <pc:chgData name="Liu, Victor" userId="1b80be20-94ea-41fb-8e4d-6581a459a621" providerId="ADAL" clId="{F694D8E5-2337-4595-8719-724B8F2A8A3C}" dt="2025-12-15T02:46:47.050" v="457"/>
        <pc:sldMkLst>
          <pc:docMk/>
          <pc:sldMk cId="1457085469" sldId="261"/>
        </pc:sldMkLst>
        <pc:spChg chg="mod">
          <ac:chgData name="Liu, Victor" userId="1b80be20-94ea-41fb-8e4d-6581a459a621" providerId="ADAL" clId="{F694D8E5-2337-4595-8719-724B8F2A8A3C}" dt="2025-12-15T02:45:24.969" v="182" actId="20577"/>
          <ac:spMkLst>
            <pc:docMk/>
            <pc:sldMk cId="1457085469" sldId="261"/>
            <ac:spMk id="2" creationId="{9778DCD0-D7AB-DB71-640E-322DD4067F49}"/>
          </ac:spMkLst>
        </pc:spChg>
        <pc:spChg chg="mod">
          <ac:chgData name="Liu, Victor" userId="1b80be20-94ea-41fb-8e4d-6581a459a621" providerId="ADAL" clId="{F694D8E5-2337-4595-8719-724B8F2A8A3C}" dt="2025-12-15T02:46:34.691" v="455" actId="20577"/>
          <ac:spMkLst>
            <pc:docMk/>
            <pc:sldMk cId="1457085469" sldId="261"/>
            <ac:spMk id="3" creationId="{7AE3F558-0AE8-6573-4D26-47C75CBAE31C}"/>
          </ac:spMkLst>
        </pc:spChg>
      </pc:sldChg>
      <pc:sldChg chg="addSp delSp modSp new mod chgLayout">
        <pc:chgData name="Liu, Victor" userId="1b80be20-94ea-41fb-8e4d-6581a459a621" providerId="ADAL" clId="{F694D8E5-2337-4595-8719-724B8F2A8A3C}" dt="2025-12-15T03:09:01.710" v="1731" actId="20577"/>
        <pc:sldMkLst>
          <pc:docMk/>
          <pc:sldMk cId="2108800652" sldId="262"/>
        </pc:sldMkLst>
        <pc:spChg chg="del">
          <ac:chgData name="Liu, Victor" userId="1b80be20-94ea-41fb-8e4d-6581a459a621" providerId="ADAL" clId="{F694D8E5-2337-4595-8719-724B8F2A8A3C}" dt="2025-12-15T03:08:47.960" v="1723" actId="700"/>
          <ac:spMkLst>
            <pc:docMk/>
            <pc:sldMk cId="2108800652" sldId="262"/>
            <ac:spMk id="2" creationId="{28B89A30-C342-4B51-9DC8-CCB30A27FA7A}"/>
          </ac:spMkLst>
        </pc:spChg>
        <pc:spChg chg="add mod ord">
          <ac:chgData name="Liu, Victor" userId="1b80be20-94ea-41fb-8e4d-6581a459a621" providerId="ADAL" clId="{F694D8E5-2337-4595-8719-724B8F2A8A3C}" dt="2025-12-15T03:09:01.710" v="1731" actId="20577"/>
          <ac:spMkLst>
            <pc:docMk/>
            <pc:sldMk cId="2108800652" sldId="262"/>
            <ac:spMk id="3" creationId="{F189D2FE-298B-418B-2EC6-B5D845D20200}"/>
          </ac:spMkLst>
        </pc:spChg>
      </pc:sldChg>
      <pc:sldChg chg="addSp delSp modSp new mod ord setBg modClrScheme chgLayout">
        <pc:chgData name="Liu, Victor" userId="1b80be20-94ea-41fb-8e4d-6581a459a621" providerId="ADAL" clId="{F694D8E5-2337-4595-8719-724B8F2A8A3C}" dt="2025-12-15T13:10:28.930" v="2248"/>
        <pc:sldMkLst>
          <pc:docMk/>
          <pc:sldMk cId="1941541524" sldId="263"/>
        </pc:sldMkLst>
        <pc:spChg chg="mod ord">
          <ac:chgData name="Liu, Victor" userId="1b80be20-94ea-41fb-8e4d-6581a459a621" providerId="ADAL" clId="{F694D8E5-2337-4595-8719-724B8F2A8A3C}" dt="2025-12-15T03:12:03.577" v="2227" actId="26606"/>
          <ac:spMkLst>
            <pc:docMk/>
            <pc:sldMk cId="1941541524" sldId="263"/>
            <ac:spMk id="2" creationId="{5D072341-25CD-62E2-B0C7-1DF2CB64A1EE}"/>
          </ac:spMkLst>
        </pc:spChg>
        <pc:spChg chg="add del mod ord">
          <ac:chgData name="Liu, Victor" userId="1b80be20-94ea-41fb-8e4d-6581a459a621" providerId="ADAL" clId="{F694D8E5-2337-4595-8719-724B8F2A8A3C}" dt="2025-12-15T03:12:03.577" v="2227" actId="26606"/>
          <ac:spMkLst>
            <pc:docMk/>
            <pc:sldMk cId="1941541524" sldId="263"/>
            <ac:spMk id="3" creationId="{BBE70F8B-2C98-F2F8-45F8-E3BCD40D1C28}"/>
          </ac:spMkLst>
        </pc:spChg>
        <pc:spChg chg="add">
          <ac:chgData name="Liu, Victor" userId="1b80be20-94ea-41fb-8e4d-6581a459a621" providerId="ADAL" clId="{F694D8E5-2337-4595-8719-724B8F2A8A3C}" dt="2025-12-15T03:12:03.577" v="2227" actId="26606"/>
          <ac:spMkLst>
            <pc:docMk/>
            <pc:sldMk cId="1941541524" sldId="263"/>
            <ac:spMk id="9" creationId="{DBDA151C-5770-45E4-AAFF-59E7F403866D}"/>
          </ac:spMkLst>
        </pc:spChg>
        <pc:graphicFrameChg chg="add">
          <ac:chgData name="Liu, Victor" userId="1b80be20-94ea-41fb-8e4d-6581a459a621" providerId="ADAL" clId="{F694D8E5-2337-4595-8719-724B8F2A8A3C}" dt="2025-12-15T03:12:03.577" v="2227" actId="26606"/>
          <ac:graphicFrameMkLst>
            <pc:docMk/>
            <pc:sldMk cId="1941541524" sldId="263"/>
            <ac:graphicFrameMk id="5" creationId="{277A2A4F-80A0-A513-4D33-954352078E97}"/>
          </ac:graphicFrameMkLst>
        </pc:graphicFrameChg>
        <pc:cxnChg chg="add">
          <ac:chgData name="Liu, Victor" userId="1b80be20-94ea-41fb-8e4d-6581a459a621" providerId="ADAL" clId="{F694D8E5-2337-4595-8719-724B8F2A8A3C}" dt="2025-12-15T03:12:03.577" v="2227" actId="26606"/>
          <ac:cxnSpMkLst>
            <pc:docMk/>
            <pc:sldMk cId="1941541524" sldId="263"/>
            <ac:cxnSpMk id="11" creationId="{05ADA91C-AD52-A530-A898-AD6E69874598}"/>
          </ac:cxnSpMkLst>
        </pc:cxnChg>
      </pc:sldChg>
      <pc:sldMasterChg chg="add del addSldLayout delSldLayout">
        <pc:chgData name="Liu, Victor" userId="1b80be20-94ea-41fb-8e4d-6581a459a621" providerId="ADAL" clId="{F694D8E5-2337-4595-8719-724B8F2A8A3C}" dt="2025-12-15T01:14:36.164" v="169" actId="26606"/>
        <pc:sldMasterMkLst>
          <pc:docMk/>
          <pc:sldMasterMk cId="2039753819" sldId="2147483648"/>
        </pc:sldMasterMkLst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3333566797" sldId="2147483649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2855576722" sldId="2147483650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4008973670" sldId="2147483651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4180718964" sldId="2147483652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1553176747" sldId="2147483653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660925725" sldId="2147483654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2181245025" sldId="2147483655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2475173631" sldId="2147483656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756412189" sldId="2147483657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1400045893" sldId="2147483658"/>
          </pc:sldLayoutMkLst>
        </pc:sldLayoutChg>
        <pc:sldLayoutChg chg="add del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2039753819" sldId="2147483648"/>
            <pc:sldLayoutMk cId="1172629190" sldId="2147483659"/>
          </pc:sldLayoutMkLst>
        </pc:sldLayoutChg>
      </pc:sldMasterChg>
      <pc:sldMasterChg chg="add addSldLayout">
        <pc:chgData name="Liu, Victor" userId="1b80be20-94ea-41fb-8e4d-6581a459a621" providerId="ADAL" clId="{F694D8E5-2337-4595-8719-724B8F2A8A3C}" dt="2025-12-15T01:14:36.164" v="169" actId="26606"/>
        <pc:sldMasterMkLst>
          <pc:docMk/>
          <pc:sldMasterMk cId="1939416565" sldId="2147483686"/>
        </pc:sldMasterMkLst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2038094331" sldId="2147483675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687278160" sldId="2147483676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131848783" sldId="2147483677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934870441" sldId="2147483678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3032294104" sldId="2147483679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3710567374" sldId="2147483680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2221573557" sldId="2147483681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1267600196" sldId="2147483682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2987281610" sldId="2147483683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4287121225" sldId="2147483684"/>
          </pc:sldLayoutMkLst>
        </pc:sldLayoutChg>
        <pc:sldLayoutChg chg="add">
          <pc:chgData name="Liu, Victor" userId="1b80be20-94ea-41fb-8e4d-6581a459a621" providerId="ADAL" clId="{F694D8E5-2337-4595-8719-724B8F2A8A3C}" dt="2025-12-15T01:14:36.164" v="169" actId="26606"/>
          <pc:sldLayoutMkLst>
            <pc:docMk/>
            <pc:sldMasterMk cId="1939416565" sldId="2147483686"/>
            <pc:sldLayoutMk cId="2392050105" sldId="2147483685"/>
          </pc:sldLayoutMkLst>
        </pc:sldLayoutChg>
      </pc:sldMasterChg>
      <pc:sldMasterChg chg="add del addSldLayout delSldLayout">
        <pc:chgData name="Liu, Victor" userId="1b80be20-94ea-41fb-8e4d-6581a459a621" providerId="ADAL" clId="{F694D8E5-2337-4595-8719-724B8F2A8A3C}" dt="2025-12-15T01:14:36.137" v="168" actId="26606"/>
        <pc:sldMasterMkLst>
          <pc:docMk/>
          <pc:sldMasterMk cId="910157642" sldId="2147483699"/>
        </pc:sldMasterMkLst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483964209" sldId="2147483688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2214307114" sldId="2147483689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3364678636" sldId="2147483690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21114496" sldId="2147483691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2665077096" sldId="2147483692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485441598" sldId="2147483693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1852745994" sldId="2147483694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938562165" sldId="2147483695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2428470280" sldId="2147483696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2822585144" sldId="2147483697"/>
          </pc:sldLayoutMkLst>
        </pc:sldLayoutChg>
        <pc:sldLayoutChg chg="add del">
          <pc:chgData name="Liu, Victor" userId="1b80be20-94ea-41fb-8e4d-6581a459a621" providerId="ADAL" clId="{F694D8E5-2337-4595-8719-724B8F2A8A3C}" dt="2025-12-15T01:14:36.137" v="168" actId="26606"/>
          <pc:sldLayoutMkLst>
            <pc:docMk/>
            <pc:sldMasterMk cId="910157642" sldId="2147483699"/>
            <pc:sldLayoutMk cId="3603308410" sldId="2147483698"/>
          </pc:sldLayoutMkLst>
        </pc:sldLayoutChg>
      </pc:sldMasterChg>
      <pc:sldMasterChg chg="add del addSldLayout delSldLayout">
        <pc:chgData name="Liu, Victor" userId="1b80be20-94ea-41fb-8e4d-6581a459a621" providerId="ADAL" clId="{F694D8E5-2337-4595-8719-724B8F2A8A3C}" dt="2025-12-15T01:14:33.671" v="166" actId="26606"/>
        <pc:sldMasterMkLst>
          <pc:docMk/>
          <pc:sldMasterMk cId="3397358261" sldId="2147483712"/>
        </pc:sldMasterMkLst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153243337" sldId="2147483701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1254391600" sldId="2147483702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273369456" sldId="2147483703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248552260" sldId="2147483704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2529526477" sldId="2147483705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220706561" sldId="2147483706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1741076591" sldId="2147483707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2781197351" sldId="2147483708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904995250" sldId="2147483709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3881108934" sldId="2147483710"/>
          </pc:sldLayoutMkLst>
        </pc:sldLayoutChg>
        <pc:sldLayoutChg chg="add del">
          <pc:chgData name="Liu, Victor" userId="1b80be20-94ea-41fb-8e4d-6581a459a621" providerId="ADAL" clId="{F694D8E5-2337-4595-8719-724B8F2A8A3C}" dt="2025-12-15T01:14:33.671" v="166" actId="26606"/>
          <pc:sldLayoutMkLst>
            <pc:docMk/>
            <pc:sldMasterMk cId="3397358261" sldId="2147483712"/>
            <pc:sldLayoutMk cId="4122815363" sldId="2147483711"/>
          </pc:sldLayoutMkLst>
        </pc:sldLayoutChg>
      </pc:sldMasterChg>
      <pc:sldMasterChg chg="add del addSldLayout delSldLayout">
        <pc:chgData name="Liu, Victor" userId="1b80be20-94ea-41fb-8e4d-6581a459a621" providerId="ADAL" clId="{F694D8E5-2337-4595-8719-724B8F2A8A3C}" dt="2025-12-15T01:14:31.608" v="164" actId="26606"/>
        <pc:sldMasterMkLst>
          <pc:docMk/>
          <pc:sldMasterMk cId="3922540333" sldId="2147483725"/>
        </pc:sldMasterMkLst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2927138347" sldId="2147483714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3849184603" sldId="2147483715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3834202780" sldId="2147483716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2946078541" sldId="2147483717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1263018269" sldId="2147483718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3025080233" sldId="2147483719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3215128066" sldId="2147483720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2330702552" sldId="2147483721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240512829" sldId="2147483722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3488844004" sldId="2147483723"/>
          </pc:sldLayoutMkLst>
        </pc:sldLayoutChg>
        <pc:sldLayoutChg chg="add del">
          <pc:chgData name="Liu, Victor" userId="1b80be20-94ea-41fb-8e4d-6581a459a621" providerId="ADAL" clId="{F694D8E5-2337-4595-8719-724B8F2A8A3C}" dt="2025-12-15T01:14:31.608" v="164" actId="26606"/>
          <pc:sldLayoutMkLst>
            <pc:docMk/>
            <pc:sldMasterMk cId="3922540333" sldId="2147483725"/>
            <pc:sldLayoutMk cId="1363729090" sldId="2147483724"/>
          </pc:sldLayoutMkLst>
        </pc:sldLayoutChg>
      </pc:sldMasterChg>
      <pc:sldMasterChg chg="add del addSldLayout delSldLayout">
        <pc:chgData name="Liu, Victor" userId="1b80be20-94ea-41fb-8e4d-6581a459a621" providerId="ADAL" clId="{F694D8E5-2337-4595-8719-724B8F2A8A3C}" dt="2025-12-15T01:14:30.934" v="162" actId="26606"/>
        <pc:sldMasterMkLst>
          <pc:docMk/>
          <pc:sldMasterMk cId="3819274494" sldId="2147483738"/>
        </pc:sldMasterMkLst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2339590827" sldId="2147483727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1254758545" sldId="2147483728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1176346766" sldId="2147483729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2143544484" sldId="2147483730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522569450" sldId="2147483731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3168757745" sldId="2147483732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602505403" sldId="2147483733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4156639368" sldId="2147483734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3041356499" sldId="2147483735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2858155749" sldId="2147483736"/>
          </pc:sldLayoutMkLst>
        </pc:sldLayoutChg>
        <pc:sldLayoutChg chg="add del">
          <pc:chgData name="Liu, Victor" userId="1b80be20-94ea-41fb-8e4d-6581a459a621" providerId="ADAL" clId="{F694D8E5-2337-4595-8719-724B8F2A8A3C}" dt="2025-12-15T01:14:30.934" v="162" actId="26606"/>
          <pc:sldLayoutMkLst>
            <pc:docMk/>
            <pc:sldMasterMk cId="3819274494" sldId="2147483738"/>
            <pc:sldLayoutMk cId="512142131" sldId="2147483737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9477E-4FB8-4DA0-B29C-11EE738A14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0480F5-D585-4320-A641-EEEA4EAAE2D7}">
      <dgm:prSet/>
      <dgm:spPr/>
      <dgm:t>
        <a:bodyPr/>
        <a:lstStyle/>
        <a:p>
          <a:r>
            <a:rPr lang="en-US"/>
            <a:t>SmartCare demonstrates that operating system scheduling algorithms can be applied to real-world healthcare challenges </a:t>
          </a:r>
        </a:p>
      </dgm:t>
    </dgm:pt>
    <dgm:pt modelId="{313B2BFB-6752-466A-8869-C70053D18B6D}" type="parTrans" cxnId="{3FA117F5-F88C-404E-9695-25216CD43139}">
      <dgm:prSet/>
      <dgm:spPr/>
      <dgm:t>
        <a:bodyPr/>
        <a:lstStyle/>
        <a:p>
          <a:endParaRPr lang="en-US"/>
        </a:p>
      </dgm:t>
    </dgm:pt>
    <dgm:pt modelId="{7EF38357-BDB1-4D15-ADAE-88CF65243196}" type="sibTrans" cxnId="{3FA117F5-F88C-404E-9695-25216CD43139}">
      <dgm:prSet/>
      <dgm:spPr/>
      <dgm:t>
        <a:bodyPr/>
        <a:lstStyle/>
        <a:p>
          <a:endParaRPr lang="en-US"/>
        </a:p>
      </dgm:t>
    </dgm:pt>
    <dgm:pt modelId="{E93E1641-C14E-4016-80C0-150C87E7EB1C}">
      <dgm:prSet/>
      <dgm:spPr/>
      <dgm:t>
        <a:bodyPr/>
        <a:lstStyle/>
        <a:p>
          <a:r>
            <a:rPr lang="en-US"/>
            <a:t>The simulator clearly shows how different scheduling strategies impact patient waiting times, fairness, and overall efficiency</a:t>
          </a:r>
        </a:p>
      </dgm:t>
    </dgm:pt>
    <dgm:pt modelId="{D53D2CD7-7437-4F76-8D38-BC22B901EAAE}" type="parTrans" cxnId="{0D7BD0FD-34D6-4AF0-82AD-03BA5B917F72}">
      <dgm:prSet/>
      <dgm:spPr/>
      <dgm:t>
        <a:bodyPr/>
        <a:lstStyle/>
        <a:p>
          <a:endParaRPr lang="en-US"/>
        </a:p>
      </dgm:t>
    </dgm:pt>
    <dgm:pt modelId="{75D3155D-EA33-4E44-95B5-F42F8FA6F004}" type="sibTrans" cxnId="{0D7BD0FD-34D6-4AF0-82AD-03BA5B917F72}">
      <dgm:prSet/>
      <dgm:spPr/>
      <dgm:t>
        <a:bodyPr/>
        <a:lstStyle/>
        <a:p>
          <a:endParaRPr lang="en-US"/>
        </a:p>
      </dgm:t>
    </dgm:pt>
    <dgm:pt modelId="{1B179084-46E8-4BC6-B7BC-73B4A6FEB127}">
      <dgm:prSet/>
      <dgm:spPr/>
      <dgm:t>
        <a:bodyPr/>
        <a:lstStyle/>
        <a:p>
          <a:r>
            <a:rPr lang="en-US"/>
            <a:t>By modeling patients as process, we gained insight into trade-offs between efficiency and fairness in hospital workflows</a:t>
          </a:r>
        </a:p>
      </dgm:t>
    </dgm:pt>
    <dgm:pt modelId="{47202CF7-A8FA-49F2-8A3A-7F398BA3948B}" type="parTrans" cxnId="{320A97E4-5A0F-4014-8E85-E41F6D23B24B}">
      <dgm:prSet/>
      <dgm:spPr/>
      <dgm:t>
        <a:bodyPr/>
        <a:lstStyle/>
        <a:p>
          <a:endParaRPr lang="en-US"/>
        </a:p>
      </dgm:t>
    </dgm:pt>
    <dgm:pt modelId="{25CDF15E-4ED8-491A-AAC3-89FC226309F0}" type="sibTrans" cxnId="{320A97E4-5A0F-4014-8E85-E41F6D23B24B}">
      <dgm:prSet/>
      <dgm:spPr/>
      <dgm:t>
        <a:bodyPr/>
        <a:lstStyle/>
        <a:p>
          <a:endParaRPr lang="en-US"/>
        </a:p>
      </dgm:t>
    </dgm:pt>
    <dgm:pt modelId="{A88E94E8-CA47-42A7-895F-80A5019E47BC}" type="pres">
      <dgm:prSet presAssocID="{D239477E-4FB8-4DA0-B29C-11EE738A1403}" presName="root" presStyleCnt="0">
        <dgm:presLayoutVars>
          <dgm:dir/>
          <dgm:resizeHandles val="exact"/>
        </dgm:presLayoutVars>
      </dgm:prSet>
      <dgm:spPr/>
    </dgm:pt>
    <dgm:pt modelId="{39647CF8-E9C8-47D2-9BF4-BC3623E6223B}" type="pres">
      <dgm:prSet presAssocID="{2A0480F5-D585-4320-A641-EEEA4EAAE2D7}" presName="compNode" presStyleCnt="0"/>
      <dgm:spPr/>
    </dgm:pt>
    <dgm:pt modelId="{A0338F03-0A35-4216-AA6D-6C17C54E69F4}" type="pres">
      <dgm:prSet presAssocID="{2A0480F5-D585-4320-A641-EEEA4EAAE2D7}" presName="bgRect" presStyleLbl="bgShp" presStyleIdx="0" presStyleCnt="3"/>
      <dgm:spPr/>
    </dgm:pt>
    <dgm:pt modelId="{CA7BAB53-27C6-4A49-A3E7-775D99763547}" type="pres">
      <dgm:prSet presAssocID="{2A0480F5-D585-4320-A641-EEEA4EAAE2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4C5C60F-671B-49A2-90EF-47C17B270C59}" type="pres">
      <dgm:prSet presAssocID="{2A0480F5-D585-4320-A641-EEEA4EAAE2D7}" presName="spaceRect" presStyleCnt="0"/>
      <dgm:spPr/>
    </dgm:pt>
    <dgm:pt modelId="{47EE031B-FD21-461D-907F-34F1A102D65F}" type="pres">
      <dgm:prSet presAssocID="{2A0480F5-D585-4320-A641-EEEA4EAAE2D7}" presName="parTx" presStyleLbl="revTx" presStyleIdx="0" presStyleCnt="3">
        <dgm:presLayoutVars>
          <dgm:chMax val="0"/>
          <dgm:chPref val="0"/>
        </dgm:presLayoutVars>
      </dgm:prSet>
      <dgm:spPr/>
    </dgm:pt>
    <dgm:pt modelId="{8DE542D0-0A45-423B-AF7C-CE2FFFF30973}" type="pres">
      <dgm:prSet presAssocID="{7EF38357-BDB1-4D15-ADAE-88CF65243196}" presName="sibTrans" presStyleCnt="0"/>
      <dgm:spPr/>
    </dgm:pt>
    <dgm:pt modelId="{6DDDF89D-B02D-4127-B608-6A16E129AFD0}" type="pres">
      <dgm:prSet presAssocID="{E93E1641-C14E-4016-80C0-150C87E7EB1C}" presName="compNode" presStyleCnt="0"/>
      <dgm:spPr/>
    </dgm:pt>
    <dgm:pt modelId="{25CCD848-2630-448B-9528-F676862C66E3}" type="pres">
      <dgm:prSet presAssocID="{E93E1641-C14E-4016-80C0-150C87E7EB1C}" presName="bgRect" presStyleLbl="bgShp" presStyleIdx="1" presStyleCnt="3"/>
      <dgm:spPr/>
    </dgm:pt>
    <dgm:pt modelId="{8DDBCA13-7A0C-412A-B81B-AB4B8F361A64}" type="pres">
      <dgm:prSet presAssocID="{E93E1641-C14E-4016-80C0-150C87E7EB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D164C99-39F6-4995-BA89-71C4FDF84E65}" type="pres">
      <dgm:prSet presAssocID="{E93E1641-C14E-4016-80C0-150C87E7EB1C}" presName="spaceRect" presStyleCnt="0"/>
      <dgm:spPr/>
    </dgm:pt>
    <dgm:pt modelId="{548520C3-EA49-4AE9-BF2A-58036922ABB4}" type="pres">
      <dgm:prSet presAssocID="{E93E1641-C14E-4016-80C0-150C87E7EB1C}" presName="parTx" presStyleLbl="revTx" presStyleIdx="1" presStyleCnt="3">
        <dgm:presLayoutVars>
          <dgm:chMax val="0"/>
          <dgm:chPref val="0"/>
        </dgm:presLayoutVars>
      </dgm:prSet>
      <dgm:spPr/>
    </dgm:pt>
    <dgm:pt modelId="{B904FA52-74A1-49D6-B28F-76AFA7F57CCA}" type="pres">
      <dgm:prSet presAssocID="{75D3155D-EA33-4E44-95B5-F42F8FA6F004}" presName="sibTrans" presStyleCnt="0"/>
      <dgm:spPr/>
    </dgm:pt>
    <dgm:pt modelId="{FA244A67-7B12-4207-89CE-B6F106C5A1DC}" type="pres">
      <dgm:prSet presAssocID="{1B179084-46E8-4BC6-B7BC-73B4A6FEB127}" presName="compNode" presStyleCnt="0"/>
      <dgm:spPr/>
    </dgm:pt>
    <dgm:pt modelId="{FF457D4C-36B4-48C6-8667-4CBA7571A1A7}" type="pres">
      <dgm:prSet presAssocID="{1B179084-46E8-4BC6-B7BC-73B4A6FEB127}" presName="bgRect" presStyleLbl="bgShp" presStyleIdx="2" presStyleCnt="3"/>
      <dgm:spPr/>
    </dgm:pt>
    <dgm:pt modelId="{E81BA4FF-CCED-4714-9E52-3EFCC80EC54D}" type="pres">
      <dgm:prSet presAssocID="{1B179084-46E8-4BC6-B7BC-73B4A6FEB1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1A38C77-B2B6-4964-A54C-762CCDDFB42F}" type="pres">
      <dgm:prSet presAssocID="{1B179084-46E8-4BC6-B7BC-73B4A6FEB127}" presName="spaceRect" presStyleCnt="0"/>
      <dgm:spPr/>
    </dgm:pt>
    <dgm:pt modelId="{9951A688-1F36-4B21-9D62-B0D31EB11D5B}" type="pres">
      <dgm:prSet presAssocID="{1B179084-46E8-4BC6-B7BC-73B4A6FEB1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DBBE52-FE2C-47B8-8102-9E0C090C796C}" type="presOf" srcId="{D239477E-4FB8-4DA0-B29C-11EE738A1403}" destId="{A88E94E8-CA47-42A7-895F-80A5019E47BC}" srcOrd="0" destOrd="0" presId="urn:microsoft.com/office/officeart/2018/2/layout/IconVerticalSolidList"/>
    <dgm:cxn modelId="{493335A5-8AB8-4067-853F-E129E153AABD}" type="presOf" srcId="{1B179084-46E8-4BC6-B7BC-73B4A6FEB127}" destId="{9951A688-1F36-4B21-9D62-B0D31EB11D5B}" srcOrd="0" destOrd="0" presId="urn:microsoft.com/office/officeart/2018/2/layout/IconVerticalSolidList"/>
    <dgm:cxn modelId="{6EEB8DB4-A740-45F0-8493-657A8BDD5EDF}" type="presOf" srcId="{2A0480F5-D585-4320-A641-EEEA4EAAE2D7}" destId="{47EE031B-FD21-461D-907F-34F1A102D65F}" srcOrd="0" destOrd="0" presId="urn:microsoft.com/office/officeart/2018/2/layout/IconVerticalSolidList"/>
    <dgm:cxn modelId="{46D44FBD-03B6-4FE3-9F4C-460A41AB0073}" type="presOf" srcId="{E93E1641-C14E-4016-80C0-150C87E7EB1C}" destId="{548520C3-EA49-4AE9-BF2A-58036922ABB4}" srcOrd="0" destOrd="0" presId="urn:microsoft.com/office/officeart/2018/2/layout/IconVerticalSolidList"/>
    <dgm:cxn modelId="{320A97E4-5A0F-4014-8E85-E41F6D23B24B}" srcId="{D239477E-4FB8-4DA0-B29C-11EE738A1403}" destId="{1B179084-46E8-4BC6-B7BC-73B4A6FEB127}" srcOrd="2" destOrd="0" parTransId="{47202CF7-A8FA-49F2-8A3A-7F398BA3948B}" sibTransId="{25CDF15E-4ED8-491A-AAC3-89FC226309F0}"/>
    <dgm:cxn modelId="{3FA117F5-F88C-404E-9695-25216CD43139}" srcId="{D239477E-4FB8-4DA0-B29C-11EE738A1403}" destId="{2A0480F5-D585-4320-A641-EEEA4EAAE2D7}" srcOrd="0" destOrd="0" parTransId="{313B2BFB-6752-466A-8869-C70053D18B6D}" sibTransId="{7EF38357-BDB1-4D15-ADAE-88CF65243196}"/>
    <dgm:cxn modelId="{0D7BD0FD-34D6-4AF0-82AD-03BA5B917F72}" srcId="{D239477E-4FB8-4DA0-B29C-11EE738A1403}" destId="{E93E1641-C14E-4016-80C0-150C87E7EB1C}" srcOrd="1" destOrd="0" parTransId="{D53D2CD7-7437-4F76-8D38-BC22B901EAAE}" sibTransId="{75D3155D-EA33-4E44-95B5-F42F8FA6F004}"/>
    <dgm:cxn modelId="{2C11B17B-EA21-463F-9D95-213922B22E91}" type="presParOf" srcId="{A88E94E8-CA47-42A7-895F-80A5019E47BC}" destId="{39647CF8-E9C8-47D2-9BF4-BC3623E6223B}" srcOrd="0" destOrd="0" presId="urn:microsoft.com/office/officeart/2018/2/layout/IconVerticalSolidList"/>
    <dgm:cxn modelId="{F1F287F3-3450-4891-B410-C9F6FA404466}" type="presParOf" srcId="{39647CF8-E9C8-47D2-9BF4-BC3623E6223B}" destId="{A0338F03-0A35-4216-AA6D-6C17C54E69F4}" srcOrd="0" destOrd="0" presId="urn:microsoft.com/office/officeart/2018/2/layout/IconVerticalSolidList"/>
    <dgm:cxn modelId="{F1EAD23C-B9AC-4233-BDDB-F28C61A2D042}" type="presParOf" srcId="{39647CF8-E9C8-47D2-9BF4-BC3623E6223B}" destId="{CA7BAB53-27C6-4A49-A3E7-775D99763547}" srcOrd="1" destOrd="0" presId="urn:microsoft.com/office/officeart/2018/2/layout/IconVerticalSolidList"/>
    <dgm:cxn modelId="{2865C9F6-B5A1-490A-8E0A-77E36A4D0A77}" type="presParOf" srcId="{39647CF8-E9C8-47D2-9BF4-BC3623E6223B}" destId="{64C5C60F-671B-49A2-90EF-47C17B270C59}" srcOrd="2" destOrd="0" presId="urn:microsoft.com/office/officeart/2018/2/layout/IconVerticalSolidList"/>
    <dgm:cxn modelId="{3550E945-D91C-4640-B0E4-6FCFA86FD5DF}" type="presParOf" srcId="{39647CF8-E9C8-47D2-9BF4-BC3623E6223B}" destId="{47EE031B-FD21-461D-907F-34F1A102D65F}" srcOrd="3" destOrd="0" presId="urn:microsoft.com/office/officeart/2018/2/layout/IconVerticalSolidList"/>
    <dgm:cxn modelId="{B578E1D2-8129-4EAA-9D91-A0D8962A4290}" type="presParOf" srcId="{A88E94E8-CA47-42A7-895F-80A5019E47BC}" destId="{8DE542D0-0A45-423B-AF7C-CE2FFFF30973}" srcOrd="1" destOrd="0" presId="urn:microsoft.com/office/officeart/2018/2/layout/IconVerticalSolidList"/>
    <dgm:cxn modelId="{9A29D676-F183-4891-B71F-E0E350E33CA9}" type="presParOf" srcId="{A88E94E8-CA47-42A7-895F-80A5019E47BC}" destId="{6DDDF89D-B02D-4127-B608-6A16E129AFD0}" srcOrd="2" destOrd="0" presId="urn:microsoft.com/office/officeart/2018/2/layout/IconVerticalSolidList"/>
    <dgm:cxn modelId="{5C429A91-E6A0-4D7D-A9F5-47569FBDEE99}" type="presParOf" srcId="{6DDDF89D-B02D-4127-B608-6A16E129AFD0}" destId="{25CCD848-2630-448B-9528-F676862C66E3}" srcOrd="0" destOrd="0" presId="urn:microsoft.com/office/officeart/2018/2/layout/IconVerticalSolidList"/>
    <dgm:cxn modelId="{8DF074C8-5C59-47AC-8C47-E1D492380C97}" type="presParOf" srcId="{6DDDF89D-B02D-4127-B608-6A16E129AFD0}" destId="{8DDBCA13-7A0C-412A-B81B-AB4B8F361A64}" srcOrd="1" destOrd="0" presId="urn:microsoft.com/office/officeart/2018/2/layout/IconVerticalSolidList"/>
    <dgm:cxn modelId="{3B0F7CF4-0ED9-4A64-A1F2-73391EAADA28}" type="presParOf" srcId="{6DDDF89D-B02D-4127-B608-6A16E129AFD0}" destId="{DD164C99-39F6-4995-BA89-71C4FDF84E65}" srcOrd="2" destOrd="0" presId="urn:microsoft.com/office/officeart/2018/2/layout/IconVerticalSolidList"/>
    <dgm:cxn modelId="{48E58C47-09E8-4705-8C47-FE4D0B12A198}" type="presParOf" srcId="{6DDDF89D-B02D-4127-B608-6A16E129AFD0}" destId="{548520C3-EA49-4AE9-BF2A-58036922ABB4}" srcOrd="3" destOrd="0" presId="urn:microsoft.com/office/officeart/2018/2/layout/IconVerticalSolidList"/>
    <dgm:cxn modelId="{6DAC8C56-53C8-44A6-B694-64D8A60ACC9E}" type="presParOf" srcId="{A88E94E8-CA47-42A7-895F-80A5019E47BC}" destId="{B904FA52-74A1-49D6-B28F-76AFA7F57CCA}" srcOrd="3" destOrd="0" presId="urn:microsoft.com/office/officeart/2018/2/layout/IconVerticalSolidList"/>
    <dgm:cxn modelId="{A4C57DEF-EC04-4217-BD03-82D4E35E4F08}" type="presParOf" srcId="{A88E94E8-CA47-42A7-895F-80A5019E47BC}" destId="{FA244A67-7B12-4207-89CE-B6F106C5A1DC}" srcOrd="4" destOrd="0" presId="urn:microsoft.com/office/officeart/2018/2/layout/IconVerticalSolidList"/>
    <dgm:cxn modelId="{E67C78B5-916A-4B05-906D-C9B627EB7DF7}" type="presParOf" srcId="{FA244A67-7B12-4207-89CE-B6F106C5A1DC}" destId="{FF457D4C-36B4-48C6-8667-4CBA7571A1A7}" srcOrd="0" destOrd="0" presId="urn:microsoft.com/office/officeart/2018/2/layout/IconVerticalSolidList"/>
    <dgm:cxn modelId="{67CF62ED-B8CB-4B94-B008-9AE839943784}" type="presParOf" srcId="{FA244A67-7B12-4207-89CE-B6F106C5A1DC}" destId="{E81BA4FF-CCED-4714-9E52-3EFCC80EC54D}" srcOrd="1" destOrd="0" presId="urn:microsoft.com/office/officeart/2018/2/layout/IconVerticalSolidList"/>
    <dgm:cxn modelId="{9E5DDAAE-8957-4C58-A264-83B8B9D93577}" type="presParOf" srcId="{FA244A67-7B12-4207-89CE-B6F106C5A1DC}" destId="{01A38C77-B2B6-4964-A54C-762CCDDFB42F}" srcOrd="2" destOrd="0" presId="urn:microsoft.com/office/officeart/2018/2/layout/IconVerticalSolidList"/>
    <dgm:cxn modelId="{8B57E362-0DAA-463F-A7BF-A4CE526CAF72}" type="presParOf" srcId="{FA244A67-7B12-4207-89CE-B6F106C5A1DC}" destId="{9951A688-1F36-4B21-9D62-B0D31EB11D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38F03-0A35-4216-AA6D-6C17C54E69F4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BAB53-27C6-4A49-A3E7-775D99763547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E031B-FD21-461D-907F-34F1A102D65F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SmartCare demonstrates that operating system scheduling algorithms can be applied to real-world healthcare challenges </a:t>
          </a:r>
        </a:p>
      </dsp:txBody>
      <dsp:txXfrm>
        <a:off x="1686304" y="623"/>
        <a:ext cx="5530111" cy="1460003"/>
      </dsp:txXfrm>
    </dsp:sp>
    <dsp:sp modelId="{25CCD848-2630-448B-9528-F676862C66E3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BCA13-7A0C-412A-B81B-AB4B8F361A64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520C3-EA49-4AE9-BF2A-58036922ABB4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simulator clearly shows how different scheduling strategies impact patient waiting times, fairness, and overall efficiency</a:t>
          </a:r>
        </a:p>
      </dsp:txBody>
      <dsp:txXfrm>
        <a:off x="1686304" y="1825628"/>
        <a:ext cx="5530111" cy="1460003"/>
      </dsp:txXfrm>
    </dsp:sp>
    <dsp:sp modelId="{FF457D4C-36B4-48C6-8667-4CBA7571A1A7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BA4FF-CCED-4714-9E52-3EFCC80EC54D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1A688-1F36-4B21-9D62-B0D31EB11D5B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By modeling patients as process, we gained insight into trade-offs between efficiency and fairness in hospital workflows</a:t>
          </a:r>
        </a:p>
      </dsp:txBody>
      <dsp:txXfrm>
        <a:off x="1686304" y="3650632"/>
        <a:ext cx="5530111" cy="146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7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0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28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2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9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7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56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41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E8C8FD0-926B-4118-EFFD-EE29448A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9E8C1-1F62-C18D-2EA8-70DFE601E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rgbClr val="FFFFFF"/>
                </a:solidFill>
              </a:rPr>
              <a:t>SmartCare: Hospital Patient Scheduling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58CBA-2A4E-8060-04C2-7A3D4A37A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5" y="4964292"/>
            <a:ext cx="3888419" cy="969264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Boston </a:t>
            </a:r>
            <a:r>
              <a:rPr lang="en-US" sz="1400" dirty="0" err="1">
                <a:solidFill>
                  <a:srgbClr val="FFFFFF"/>
                </a:solidFill>
              </a:rPr>
              <a:t>Karymshakov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Victor Liu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CMPSC472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December 2025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758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DCD0-D7AB-DB71-640E-322DD406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F558-0AE8-6573-4D26-47C75CBAE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how OS scheduling concepts can help improve fairness and efficiency in patient treatment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Hospitals face:</a:t>
            </a:r>
          </a:p>
          <a:p>
            <a:pPr lvl="2"/>
            <a:r>
              <a:rPr lang="en-US" dirty="0"/>
              <a:t>Limited staff and resources</a:t>
            </a:r>
          </a:p>
          <a:p>
            <a:pPr lvl="2"/>
            <a:r>
              <a:rPr lang="en-US" dirty="0"/>
              <a:t>Emergency vs non-emergency patients</a:t>
            </a:r>
          </a:p>
          <a:p>
            <a:pPr lvl="2"/>
            <a:r>
              <a:rPr lang="en-US" dirty="0"/>
              <a:t>Long wait times impacting outcomes</a:t>
            </a:r>
          </a:p>
        </p:txBody>
      </p:sp>
    </p:spTree>
    <p:extLst>
      <p:ext uri="{BB962C8B-B14F-4D97-AF65-F5344CB8AC3E}">
        <p14:creationId xmlns:p14="http://schemas.microsoft.com/office/powerpoint/2010/main" val="145708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A688-072D-FEE2-36D0-F92723ED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861F8C-009A-1F48-1F09-2FB89B9C7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417014"/>
              </p:ext>
            </p:extLst>
          </p:nvPr>
        </p:nvGraphicFramePr>
        <p:xfrm>
          <a:off x="639763" y="2798505"/>
          <a:ext cx="1089183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803132319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395508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61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8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Arrival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Check-in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02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Burst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Treatment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809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Priority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699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Scheduler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 triage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2012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B1A33B-77AA-1D9D-B27F-42511BB8B0D5}"/>
              </a:ext>
            </a:extLst>
          </p:cNvPr>
          <p:cNvSpPr txBox="1"/>
          <p:nvPr/>
        </p:nvSpPr>
        <p:spPr>
          <a:xfrm>
            <a:off x="639763" y="5037826"/>
            <a:ext cx="10891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calculates patient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GUI shows results </a:t>
            </a:r>
          </a:p>
        </p:txBody>
      </p:sp>
    </p:spTree>
    <p:extLst>
      <p:ext uri="{BB962C8B-B14F-4D97-AF65-F5344CB8AC3E}">
        <p14:creationId xmlns:p14="http://schemas.microsoft.com/office/powerpoint/2010/main" val="1958344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B12F5-E1DA-5BFE-4A56-7A4A20250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Architecture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6B0A5-DD1E-6CE4-F9EB-61975BE6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4947972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BBE3B-6DE0-245F-4216-C983DCC70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C backend: handles scheduling logic	</a:t>
            </a:r>
          </a:p>
          <a:p>
            <a:pPr>
              <a:lnSpc>
                <a:spcPct val="110000"/>
              </a:lnSpc>
            </a:pPr>
            <a:r>
              <a:rPr lang="en-US" sz="1500"/>
              <a:t>Python GUI: </a:t>
            </a:r>
            <a:r>
              <a:rPr lang="en-US" sz="1500" err="1"/>
              <a:t>Streamlit</a:t>
            </a:r>
            <a:r>
              <a:rPr lang="en-US" sz="1500"/>
              <a:t>; collects user input and display results</a:t>
            </a:r>
          </a:p>
          <a:p>
            <a:pPr>
              <a:lnSpc>
                <a:spcPct val="110000"/>
              </a:lnSpc>
            </a:pPr>
            <a:r>
              <a:rPr lang="en-US" sz="1500"/>
              <a:t>JSON: connects GUI with backend</a:t>
            </a:r>
          </a:p>
          <a:p>
            <a:pPr>
              <a:lnSpc>
                <a:spcPct val="110000"/>
              </a:lnSpc>
            </a:pPr>
            <a:r>
              <a:rPr lang="en-US" sz="1500"/>
              <a:t>Main Components</a:t>
            </a:r>
          </a:p>
          <a:p>
            <a:pPr lvl="1">
              <a:lnSpc>
                <a:spcPct val="110000"/>
              </a:lnSpc>
            </a:pPr>
            <a:r>
              <a:rPr lang="en-US" sz="1500" err="1"/>
              <a:t>Main.c</a:t>
            </a:r>
            <a:r>
              <a:rPr lang="en-US" sz="1500"/>
              <a:t>: selects algorithm and output JSON</a:t>
            </a:r>
          </a:p>
          <a:p>
            <a:pPr lvl="1">
              <a:lnSpc>
                <a:spcPct val="110000"/>
              </a:lnSpc>
            </a:pPr>
            <a:r>
              <a:rPr lang="en-US" sz="1500" err="1"/>
              <a:t>Fcfs.c</a:t>
            </a:r>
            <a:r>
              <a:rPr lang="en-US" sz="1500"/>
              <a:t>, </a:t>
            </a:r>
            <a:r>
              <a:rPr lang="en-US" sz="1500" err="1"/>
              <a:t>sjf.c</a:t>
            </a:r>
            <a:r>
              <a:rPr lang="en-US" sz="1500"/>
              <a:t>, </a:t>
            </a:r>
            <a:r>
              <a:rPr lang="en-US" sz="1500" err="1"/>
              <a:t>priority.c</a:t>
            </a:r>
            <a:r>
              <a:rPr lang="en-US" sz="1500"/>
              <a:t>, </a:t>
            </a:r>
            <a:r>
              <a:rPr lang="en-US" sz="1500" err="1"/>
              <a:t>round_robin.c</a:t>
            </a:r>
            <a:r>
              <a:rPr lang="en-US" sz="1500"/>
              <a:t>: scheduling logic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App.py and scheduler_runner.py: GUI execution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3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EC82C-90B4-67FA-BD72-0AA60665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Scheduling Algorithms	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F37106-D30C-DC3B-ADF9-8192DB86E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71479"/>
              </p:ext>
            </p:extLst>
          </p:nvPr>
        </p:nvGraphicFramePr>
        <p:xfrm>
          <a:off x="1178279" y="2559050"/>
          <a:ext cx="9814529" cy="373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5424">
                  <a:extLst>
                    <a:ext uri="{9D8B030D-6E8A-4147-A177-3AD203B41FA5}">
                      <a16:colId xmlns:a16="http://schemas.microsoft.com/office/drawing/2014/main" val="4075545349"/>
                    </a:ext>
                  </a:extLst>
                </a:gridCol>
                <a:gridCol w="5709105">
                  <a:extLst>
                    <a:ext uri="{9D8B030D-6E8A-4147-A177-3AD203B41FA5}">
                      <a16:colId xmlns:a16="http://schemas.microsoft.com/office/drawing/2014/main" val="2836964953"/>
                    </a:ext>
                  </a:extLst>
                </a:gridCol>
              </a:tblGrid>
              <a:tr h="483854">
                <a:tc>
                  <a:txBody>
                    <a:bodyPr/>
                    <a:lstStyle/>
                    <a:p>
                      <a:r>
                        <a:rPr lang="en-US" sz="2200"/>
                        <a:t>Scheduling Algorithm</a:t>
                      </a:r>
                    </a:p>
                  </a:txBody>
                  <a:tcPr marL="109967" marR="109967" marT="54983" marB="5498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Description</a:t>
                      </a:r>
                    </a:p>
                  </a:txBody>
                  <a:tcPr marL="109967" marR="109967" marT="54983" marB="54983"/>
                </a:tc>
                <a:extLst>
                  <a:ext uri="{0D108BD9-81ED-4DB2-BD59-A6C34878D82A}">
                    <a16:rowId xmlns:a16="http://schemas.microsoft.com/office/drawing/2014/main" val="3917497718"/>
                  </a:ext>
                </a:extLst>
              </a:tr>
              <a:tr h="813754">
                <a:tc>
                  <a:txBody>
                    <a:bodyPr/>
                    <a:lstStyle/>
                    <a:p>
                      <a:r>
                        <a:rPr lang="en-US" sz="2200"/>
                        <a:t>FCFS (First Come First Serve)</a:t>
                      </a:r>
                    </a:p>
                  </a:txBody>
                  <a:tcPr marL="109967" marR="109967" marT="54983" marB="5498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Non-preemptive, simple, can delay short burst time patients</a:t>
                      </a:r>
                    </a:p>
                  </a:txBody>
                  <a:tcPr marL="109967" marR="109967" marT="54983" marB="54983"/>
                </a:tc>
                <a:extLst>
                  <a:ext uri="{0D108BD9-81ED-4DB2-BD59-A6C34878D82A}">
                    <a16:rowId xmlns:a16="http://schemas.microsoft.com/office/drawing/2014/main" val="700250398"/>
                  </a:ext>
                </a:extLst>
              </a:tr>
              <a:tr h="813754">
                <a:tc>
                  <a:txBody>
                    <a:bodyPr/>
                    <a:lstStyle/>
                    <a:p>
                      <a:r>
                        <a:rPr lang="en-US" sz="2200"/>
                        <a:t>SJF (Shortest Job First)</a:t>
                      </a:r>
                    </a:p>
                  </a:txBody>
                  <a:tcPr marL="109967" marR="109967" marT="54983" marB="5498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Non-preemptive, minimizes average wait times, may starve longer patients</a:t>
                      </a:r>
                    </a:p>
                  </a:txBody>
                  <a:tcPr marL="109967" marR="109967" marT="54983" marB="54983"/>
                </a:tc>
                <a:extLst>
                  <a:ext uri="{0D108BD9-81ED-4DB2-BD59-A6C34878D82A}">
                    <a16:rowId xmlns:a16="http://schemas.microsoft.com/office/drawing/2014/main" val="3497310464"/>
                  </a:ext>
                </a:extLst>
              </a:tr>
              <a:tr h="813754">
                <a:tc>
                  <a:txBody>
                    <a:bodyPr/>
                    <a:lstStyle/>
                    <a:p>
                      <a:r>
                        <a:rPr lang="en-US" sz="2200"/>
                        <a:t>Priority Scheduling</a:t>
                      </a:r>
                    </a:p>
                  </a:txBody>
                  <a:tcPr marL="109967" marR="109967" marT="54983" marB="5498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Non-preemptive, treats severe patients first, more realistic for ER</a:t>
                      </a:r>
                    </a:p>
                  </a:txBody>
                  <a:tcPr marL="109967" marR="109967" marT="54983" marB="54983"/>
                </a:tc>
                <a:extLst>
                  <a:ext uri="{0D108BD9-81ED-4DB2-BD59-A6C34878D82A}">
                    <a16:rowId xmlns:a16="http://schemas.microsoft.com/office/drawing/2014/main" val="3454014955"/>
                  </a:ext>
                </a:extLst>
              </a:tr>
              <a:tr h="813754">
                <a:tc>
                  <a:txBody>
                    <a:bodyPr/>
                    <a:lstStyle/>
                    <a:p>
                      <a:r>
                        <a:rPr lang="en-US" sz="2200"/>
                        <a:t>Round Robin (RR)</a:t>
                      </a:r>
                    </a:p>
                  </a:txBody>
                  <a:tcPr marL="109967" marR="109967" marT="54983" marB="5498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Preemptive, ensure fairness, slower for emergencies</a:t>
                      </a:r>
                    </a:p>
                  </a:txBody>
                  <a:tcPr marL="109967" marR="109967" marT="54983" marB="54983"/>
                </a:tc>
                <a:extLst>
                  <a:ext uri="{0D108BD9-81ED-4DB2-BD59-A6C34878D82A}">
                    <a16:rowId xmlns:a16="http://schemas.microsoft.com/office/drawing/2014/main" val="3061209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0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29" name="Rectangle 10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7F4B0-2EB1-334A-566D-0B19FA55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530999"/>
            <a:ext cx="3405709" cy="22578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GUI Design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FE9683-9948-1D9A-7A09-F541993A4CD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7417" y="1322790"/>
            <a:ext cx="4081462" cy="494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77425-5C53-98CC-EF02-B92E4357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872" y="1322790"/>
            <a:ext cx="3256265" cy="494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2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72341-25CD-62E2-B0C7-1DF2CB64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A2A4F-80A0-A513-4D33-954352078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082009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154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89D2FE-298B-418B-2EC6-B5D845D2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0360"/>
            <a:ext cx="10890929" cy="1097280"/>
          </a:xfrm>
        </p:spPr>
        <p:txBody>
          <a:bodyPr anchor="ctr"/>
          <a:lstStyle/>
          <a:p>
            <a:pPr algn="ctr"/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10880065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f18424-5b50-4132-9231-1865321934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C01527F72F54B9391C16C0693B654" ma:contentTypeVersion="18" ma:contentTypeDescription="Create a new document." ma:contentTypeScope="" ma:versionID="553dd621c3fafb5cfe599d04928b0f2e">
  <xsd:schema xmlns:xsd="http://www.w3.org/2001/XMLSchema" xmlns:xs="http://www.w3.org/2001/XMLSchema" xmlns:p="http://schemas.microsoft.com/office/2006/metadata/properties" xmlns:ns3="09f18424-5b50-4132-9231-18653219349d" xmlns:ns4="10d4e438-76d9-4bf2-8c3c-ced16b8b034a" targetNamespace="http://schemas.microsoft.com/office/2006/metadata/properties" ma:root="true" ma:fieldsID="89000600d009f1d612e027725b165ff1" ns3:_="" ns4:_="">
    <xsd:import namespace="09f18424-5b50-4132-9231-18653219349d"/>
    <xsd:import namespace="10d4e438-76d9-4bf2-8c3c-ced16b8b03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18424-5b50-4132-9231-1865321934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d4e438-76d9-4bf2-8c3c-ced16b8b0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55A320-6FB5-47F3-AACE-CDB9DE3992C4}">
  <ds:schemaRefs>
    <ds:schemaRef ds:uri="http://purl.org/dc/dcmitype/"/>
    <ds:schemaRef ds:uri="09f18424-5b50-4132-9231-18653219349d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10d4e438-76d9-4bf2-8c3c-ced16b8b034a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B386114-D753-4DEA-A093-B3BD74E05E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F7EAD-C2ED-4B4C-9C55-1D6247D62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f18424-5b50-4132-9231-18653219349d"/>
    <ds:schemaRef ds:uri="10d4e438-76d9-4bf2-8c3c-ced16b8b0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262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Grandview Display</vt:lpstr>
      <vt:lpstr>Neue Haas Grotesk Text Pro</vt:lpstr>
      <vt:lpstr>DashVTI</vt:lpstr>
      <vt:lpstr>SmartCare: Hospital Patient Scheduling Simulator</vt:lpstr>
      <vt:lpstr>Goal</vt:lpstr>
      <vt:lpstr>Concept</vt:lpstr>
      <vt:lpstr>Architecture </vt:lpstr>
      <vt:lpstr>Scheduling Algorithms </vt:lpstr>
      <vt:lpstr>GUI Design</vt:lpstr>
      <vt:lpstr>Conclusion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Victor</dc:creator>
  <cp:lastModifiedBy>Liu, Victor</cp:lastModifiedBy>
  <cp:revision>1</cp:revision>
  <dcterms:created xsi:type="dcterms:W3CDTF">2025-12-15T01:12:06Z</dcterms:created>
  <dcterms:modified xsi:type="dcterms:W3CDTF">2025-12-15T13:10:37Z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0x010100B93C01527F72F54B9391C16C0693B654</vt:lpwstr>
  </property>
</Properties>
</file>